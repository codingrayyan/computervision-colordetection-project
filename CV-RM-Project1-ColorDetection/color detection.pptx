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3"/>
  </p:notesMasterIdLst>
  <p:sldIdLst>
    <p:sldId id="303" r:id="rId2"/>
  </p:sldIdLst>
  <p:sldSz cx="9144000" cy="5143500" type="screen16x9"/>
  <p:notesSz cx="6858000" cy="9144000"/>
  <p:embeddedFontLst>
    <p:embeddedFont>
      <p:font typeface="Roboto" panose="020B0604020202020204" charset="0"/>
      <p:regular r:id="rId4"/>
      <p:bold r:id="rId5"/>
      <p:italic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Arial Black" panose="020B0A04020102020204" pitchFamily="34" charset="0"/>
      <p:bold r:id="rId12"/>
    </p:embeddedFont>
    <p:embeddedFont>
      <p:font typeface="Lato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B6BF87-405C-4F9E-BF70-6CDBBFE1DAC5}">
  <a:tblStyle styleId="{26B6BF87-405C-4F9E-BF70-6CDBBFE1DA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Google Shape;3366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7" name="Google Shape;3367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021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"/>
          <p:cNvPicPr preferRelativeResize="0"/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>
            <a:off x="480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4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12" name="Google Shape;212;p4"/>
          <p:cNvGrpSpPr/>
          <p:nvPr/>
        </p:nvGrpSpPr>
        <p:grpSpPr>
          <a:xfrm>
            <a:off x="48409" y="-134580"/>
            <a:ext cx="9047183" cy="5419475"/>
            <a:chOff x="48409" y="-134580"/>
            <a:chExt cx="9047183" cy="5419475"/>
          </a:xfrm>
        </p:grpSpPr>
        <p:grpSp>
          <p:nvGrpSpPr>
            <p:cNvPr id="213" name="Google Shape;213;p4"/>
            <p:cNvGrpSpPr/>
            <p:nvPr/>
          </p:nvGrpSpPr>
          <p:grpSpPr>
            <a:xfrm rot="-5400000">
              <a:off x="6025610" y="2734216"/>
              <a:ext cx="285875" cy="4815482"/>
              <a:chOff x="8931625" y="104376"/>
              <a:chExt cx="285875" cy="4868057"/>
            </a:xfrm>
          </p:grpSpPr>
          <p:sp>
            <p:nvSpPr>
              <p:cNvPr id="214" name="Google Shape;214;p4"/>
              <p:cNvSpPr/>
              <p:nvPr/>
            </p:nvSpPr>
            <p:spPr>
              <a:xfrm>
                <a:off x="8931625" y="10437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8931625" y="172828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8931625" y="23322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8931625" y="29362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8931625" y="36207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8931625" y="42247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8931625" y="48286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8931625" y="55132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8931625" y="61171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8931625" y="67614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8931625" y="74056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8931625" y="80096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8931625" y="86538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8931625" y="92981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8931625" y="994237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8931625" y="105463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8931625" y="111905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8931625" y="118348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8931625" y="124388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8931625" y="1312330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8931625" y="137272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8931625" y="143312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8931625" y="150157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4"/>
              <p:cNvSpPr/>
              <p:nvPr/>
            </p:nvSpPr>
            <p:spPr>
              <a:xfrm>
                <a:off x="8931625" y="156197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8931625" y="162237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4"/>
              <p:cNvSpPr/>
              <p:nvPr/>
            </p:nvSpPr>
            <p:spPr>
              <a:xfrm>
                <a:off x="8931625" y="169082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8931625" y="175122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8931625" y="181564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8931625" y="188006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>
                <a:off x="8931625" y="194046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>
                <a:off x="8931625" y="200489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>
                <a:off x="8931625" y="206931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8931625" y="213373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8931625" y="219413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8931625" y="225856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8931625" y="232298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8931625" y="238338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8931625" y="245183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8931625" y="251223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8931625" y="257262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8931625" y="264107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4"/>
              <p:cNvSpPr/>
              <p:nvPr/>
            </p:nvSpPr>
            <p:spPr>
              <a:xfrm>
                <a:off x="8931625" y="270147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4"/>
              <p:cNvSpPr/>
              <p:nvPr/>
            </p:nvSpPr>
            <p:spPr>
              <a:xfrm>
                <a:off x="8931625" y="2765902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"/>
              <p:cNvSpPr/>
              <p:nvPr/>
            </p:nvSpPr>
            <p:spPr>
              <a:xfrm>
                <a:off x="8931625" y="283032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8931625" y="289072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4"/>
              <p:cNvSpPr/>
              <p:nvPr/>
            </p:nvSpPr>
            <p:spPr>
              <a:xfrm>
                <a:off x="8931625" y="295514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4"/>
              <p:cNvSpPr/>
              <p:nvPr/>
            </p:nvSpPr>
            <p:spPr>
              <a:xfrm>
                <a:off x="8931625" y="301957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4"/>
              <p:cNvSpPr/>
              <p:nvPr/>
            </p:nvSpPr>
            <p:spPr>
              <a:xfrm>
                <a:off x="8931625" y="307997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4"/>
              <p:cNvSpPr/>
              <p:nvPr/>
            </p:nvSpPr>
            <p:spPr>
              <a:xfrm>
                <a:off x="8931625" y="314439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4"/>
              <p:cNvSpPr/>
              <p:nvPr/>
            </p:nvSpPr>
            <p:spPr>
              <a:xfrm>
                <a:off x="8931625" y="320881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4"/>
              <p:cNvSpPr/>
              <p:nvPr/>
            </p:nvSpPr>
            <p:spPr>
              <a:xfrm>
                <a:off x="8931625" y="327324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4"/>
              <p:cNvSpPr/>
              <p:nvPr/>
            </p:nvSpPr>
            <p:spPr>
              <a:xfrm>
                <a:off x="8931625" y="333363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8931625" y="339806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4"/>
              <p:cNvSpPr/>
              <p:nvPr/>
            </p:nvSpPr>
            <p:spPr>
              <a:xfrm>
                <a:off x="8931625" y="346248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4"/>
              <p:cNvSpPr/>
              <p:nvPr/>
            </p:nvSpPr>
            <p:spPr>
              <a:xfrm>
                <a:off x="8931625" y="352288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4"/>
              <p:cNvSpPr/>
              <p:nvPr/>
            </p:nvSpPr>
            <p:spPr>
              <a:xfrm>
                <a:off x="8931625" y="359133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4"/>
              <p:cNvSpPr/>
              <p:nvPr/>
            </p:nvSpPr>
            <p:spPr>
              <a:xfrm>
                <a:off x="8931625" y="365173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4"/>
              <p:cNvSpPr/>
              <p:nvPr/>
            </p:nvSpPr>
            <p:spPr>
              <a:xfrm>
                <a:off x="8931625" y="371213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4"/>
              <p:cNvSpPr/>
              <p:nvPr/>
            </p:nvSpPr>
            <p:spPr>
              <a:xfrm>
                <a:off x="8931625" y="378058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4"/>
              <p:cNvSpPr/>
              <p:nvPr/>
            </p:nvSpPr>
            <p:spPr>
              <a:xfrm>
                <a:off x="8931625" y="384097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>
                <a:off x="8931625" y="3905404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4"/>
              <p:cNvSpPr/>
              <p:nvPr/>
            </p:nvSpPr>
            <p:spPr>
              <a:xfrm>
                <a:off x="8931625" y="396982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>
                <a:off x="8931625" y="403022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4"/>
              <p:cNvSpPr/>
              <p:nvPr/>
            </p:nvSpPr>
            <p:spPr>
              <a:xfrm>
                <a:off x="8931625" y="409465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4"/>
              <p:cNvSpPr/>
              <p:nvPr/>
            </p:nvSpPr>
            <p:spPr>
              <a:xfrm>
                <a:off x="8931625" y="415907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4"/>
              <p:cNvSpPr/>
              <p:nvPr/>
            </p:nvSpPr>
            <p:spPr>
              <a:xfrm>
                <a:off x="8931625" y="4223499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>
                <a:off x="8931625" y="428389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4"/>
              <p:cNvSpPr/>
              <p:nvPr/>
            </p:nvSpPr>
            <p:spPr>
              <a:xfrm>
                <a:off x="8931625" y="434832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4"/>
              <p:cNvSpPr/>
              <p:nvPr/>
            </p:nvSpPr>
            <p:spPr>
              <a:xfrm>
                <a:off x="8931625" y="441274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4"/>
              <p:cNvSpPr/>
              <p:nvPr/>
            </p:nvSpPr>
            <p:spPr>
              <a:xfrm>
                <a:off x="8931625" y="447314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4"/>
              <p:cNvSpPr/>
              <p:nvPr/>
            </p:nvSpPr>
            <p:spPr>
              <a:xfrm>
                <a:off x="8931625" y="4541595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4"/>
              <p:cNvSpPr/>
              <p:nvPr/>
            </p:nvSpPr>
            <p:spPr>
              <a:xfrm>
                <a:off x="8931625" y="460199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8931625" y="466239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4"/>
            <p:cNvGrpSpPr/>
            <p:nvPr/>
          </p:nvGrpSpPr>
          <p:grpSpPr>
            <a:xfrm rot="-5400000">
              <a:off x="2847010" y="-2399384"/>
              <a:ext cx="285875" cy="4815482"/>
              <a:chOff x="8931625" y="104376"/>
              <a:chExt cx="285875" cy="4868057"/>
            </a:xfrm>
          </p:grpSpPr>
          <p:sp>
            <p:nvSpPr>
              <p:cNvPr id="288" name="Google Shape;288;p4"/>
              <p:cNvSpPr/>
              <p:nvPr/>
            </p:nvSpPr>
            <p:spPr>
              <a:xfrm>
                <a:off x="8931625" y="10437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8931625" y="172828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8931625" y="23322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8931625" y="29362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8931625" y="36207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8931625" y="42247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8931625" y="48286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4"/>
              <p:cNvSpPr/>
              <p:nvPr/>
            </p:nvSpPr>
            <p:spPr>
              <a:xfrm>
                <a:off x="8931625" y="55132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4"/>
              <p:cNvSpPr/>
              <p:nvPr/>
            </p:nvSpPr>
            <p:spPr>
              <a:xfrm>
                <a:off x="8931625" y="61171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8931625" y="67614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8931625" y="74056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8931625" y="80096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8931625" y="86538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8931625" y="92981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8931625" y="994237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8931625" y="105463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8931625" y="111905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8931625" y="118348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4"/>
              <p:cNvSpPr/>
              <p:nvPr/>
            </p:nvSpPr>
            <p:spPr>
              <a:xfrm>
                <a:off x="8931625" y="124388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4"/>
              <p:cNvSpPr/>
              <p:nvPr/>
            </p:nvSpPr>
            <p:spPr>
              <a:xfrm>
                <a:off x="8931625" y="1312330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4"/>
              <p:cNvSpPr/>
              <p:nvPr/>
            </p:nvSpPr>
            <p:spPr>
              <a:xfrm>
                <a:off x="8931625" y="137272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4"/>
              <p:cNvSpPr/>
              <p:nvPr/>
            </p:nvSpPr>
            <p:spPr>
              <a:xfrm>
                <a:off x="8931625" y="143312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4"/>
              <p:cNvSpPr/>
              <p:nvPr/>
            </p:nvSpPr>
            <p:spPr>
              <a:xfrm>
                <a:off x="8931625" y="150157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4"/>
              <p:cNvSpPr/>
              <p:nvPr/>
            </p:nvSpPr>
            <p:spPr>
              <a:xfrm>
                <a:off x="8931625" y="156197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4"/>
              <p:cNvSpPr/>
              <p:nvPr/>
            </p:nvSpPr>
            <p:spPr>
              <a:xfrm>
                <a:off x="8931625" y="162237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4"/>
              <p:cNvSpPr/>
              <p:nvPr/>
            </p:nvSpPr>
            <p:spPr>
              <a:xfrm>
                <a:off x="8931625" y="169082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4"/>
              <p:cNvSpPr/>
              <p:nvPr/>
            </p:nvSpPr>
            <p:spPr>
              <a:xfrm>
                <a:off x="8931625" y="175122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4"/>
              <p:cNvSpPr/>
              <p:nvPr/>
            </p:nvSpPr>
            <p:spPr>
              <a:xfrm>
                <a:off x="8931625" y="181564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4"/>
              <p:cNvSpPr/>
              <p:nvPr/>
            </p:nvSpPr>
            <p:spPr>
              <a:xfrm>
                <a:off x="8931625" y="188006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4"/>
              <p:cNvSpPr/>
              <p:nvPr/>
            </p:nvSpPr>
            <p:spPr>
              <a:xfrm>
                <a:off x="8931625" y="194046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4"/>
              <p:cNvSpPr/>
              <p:nvPr/>
            </p:nvSpPr>
            <p:spPr>
              <a:xfrm>
                <a:off x="8931625" y="200489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4"/>
              <p:cNvSpPr/>
              <p:nvPr/>
            </p:nvSpPr>
            <p:spPr>
              <a:xfrm>
                <a:off x="8931625" y="206931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4"/>
              <p:cNvSpPr/>
              <p:nvPr/>
            </p:nvSpPr>
            <p:spPr>
              <a:xfrm>
                <a:off x="8931625" y="213373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4"/>
              <p:cNvSpPr/>
              <p:nvPr/>
            </p:nvSpPr>
            <p:spPr>
              <a:xfrm>
                <a:off x="8931625" y="219413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4"/>
              <p:cNvSpPr/>
              <p:nvPr/>
            </p:nvSpPr>
            <p:spPr>
              <a:xfrm>
                <a:off x="8931625" y="225856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4"/>
              <p:cNvSpPr/>
              <p:nvPr/>
            </p:nvSpPr>
            <p:spPr>
              <a:xfrm>
                <a:off x="8931625" y="232298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4"/>
              <p:cNvSpPr/>
              <p:nvPr/>
            </p:nvSpPr>
            <p:spPr>
              <a:xfrm>
                <a:off x="8931625" y="238338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4"/>
              <p:cNvSpPr/>
              <p:nvPr/>
            </p:nvSpPr>
            <p:spPr>
              <a:xfrm>
                <a:off x="8931625" y="245183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4"/>
              <p:cNvSpPr/>
              <p:nvPr/>
            </p:nvSpPr>
            <p:spPr>
              <a:xfrm>
                <a:off x="8931625" y="251223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4"/>
              <p:cNvSpPr/>
              <p:nvPr/>
            </p:nvSpPr>
            <p:spPr>
              <a:xfrm>
                <a:off x="8931625" y="257262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4"/>
              <p:cNvSpPr/>
              <p:nvPr/>
            </p:nvSpPr>
            <p:spPr>
              <a:xfrm>
                <a:off x="8931625" y="264107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4"/>
              <p:cNvSpPr/>
              <p:nvPr/>
            </p:nvSpPr>
            <p:spPr>
              <a:xfrm>
                <a:off x="8931625" y="270147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4"/>
              <p:cNvSpPr/>
              <p:nvPr/>
            </p:nvSpPr>
            <p:spPr>
              <a:xfrm>
                <a:off x="8931625" y="2765902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4"/>
              <p:cNvSpPr/>
              <p:nvPr/>
            </p:nvSpPr>
            <p:spPr>
              <a:xfrm>
                <a:off x="8931625" y="283032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4"/>
              <p:cNvSpPr/>
              <p:nvPr/>
            </p:nvSpPr>
            <p:spPr>
              <a:xfrm>
                <a:off x="8931625" y="289072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4"/>
              <p:cNvSpPr/>
              <p:nvPr/>
            </p:nvSpPr>
            <p:spPr>
              <a:xfrm>
                <a:off x="8931625" y="295514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4"/>
              <p:cNvSpPr/>
              <p:nvPr/>
            </p:nvSpPr>
            <p:spPr>
              <a:xfrm>
                <a:off x="8931625" y="301957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4"/>
              <p:cNvSpPr/>
              <p:nvPr/>
            </p:nvSpPr>
            <p:spPr>
              <a:xfrm>
                <a:off x="8931625" y="307997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4"/>
              <p:cNvSpPr/>
              <p:nvPr/>
            </p:nvSpPr>
            <p:spPr>
              <a:xfrm>
                <a:off x="8931625" y="314439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4"/>
              <p:cNvSpPr/>
              <p:nvPr/>
            </p:nvSpPr>
            <p:spPr>
              <a:xfrm>
                <a:off x="8931625" y="320881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4"/>
              <p:cNvSpPr/>
              <p:nvPr/>
            </p:nvSpPr>
            <p:spPr>
              <a:xfrm>
                <a:off x="8931625" y="327324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4"/>
              <p:cNvSpPr/>
              <p:nvPr/>
            </p:nvSpPr>
            <p:spPr>
              <a:xfrm>
                <a:off x="8931625" y="333363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4"/>
              <p:cNvSpPr/>
              <p:nvPr/>
            </p:nvSpPr>
            <p:spPr>
              <a:xfrm>
                <a:off x="8931625" y="339806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4"/>
              <p:cNvSpPr/>
              <p:nvPr/>
            </p:nvSpPr>
            <p:spPr>
              <a:xfrm>
                <a:off x="8931625" y="346248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4"/>
              <p:cNvSpPr/>
              <p:nvPr/>
            </p:nvSpPr>
            <p:spPr>
              <a:xfrm>
                <a:off x="8931625" y="352288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4"/>
              <p:cNvSpPr/>
              <p:nvPr/>
            </p:nvSpPr>
            <p:spPr>
              <a:xfrm>
                <a:off x="8931625" y="359133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4"/>
              <p:cNvSpPr/>
              <p:nvPr/>
            </p:nvSpPr>
            <p:spPr>
              <a:xfrm>
                <a:off x="8931625" y="365173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4"/>
              <p:cNvSpPr/>
              <p:nvPr/>
            </p:nvSpPr>
            <p:spPr>
              <a:xfrm>
                <a:off x="8931625" y="371213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4"/>
              <p:cNvSpPr/>
              <p:nvPr/>
            </p:nvSpPr>
            <p:spPr>
              <a:xfrm>
                <a:off x="8931625" y="378058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4"/>
              <p:cNvSpPr/>
              <p:nvPr/>
            </p:nvSpPr>
            <p:spPr>
              <a:xfrm>
                <a:off x="8931625" y="384097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4"/>
              <p:cNvSpPr/>
              <p:nvPr/>
            </p:nvSpPr>
            <p:spPr>
              <a:xfrm>
                <a:off x="8931625" y="3905404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4"/>
              <p:cNvSpPr/>
              <p:nvPr/>
            </p:nvSpPr>
            <p:spPr>
              <a:xfrm>
                <a:off x="8931625" y="396982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4"/>
              <p:cNvSpPr/>
              <p:nvPr/>
            </p:nvSpPr>
            <p:spPr>
              <a:xfrm>
                <a:off x="8931625" y="403022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4"/>
              <p:cNvSpPr/>
              <p:nvPr/>
            </p:nvSpPr>
            <p:spPr>
              <a:xfrm>
                <a:off x="8931625" y="409465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4"/>
              <p:cNvSpPr/>
              <p:nvPr/>
            </p:nvSpPr>
            <p:spPr>
              <a:xfrm>
                <a:off x="8931625" y="415907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4"/>
              <p:cNvSpPr/>
              <p:nvPr/>
            </p:nvSpPr>
            <p:spPr>
              <a:xfrm>
                <a:off x="8931625" y="4223499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4"/>
              <p:cNvSpPr/>
              <p:nvPr/>
            </p:nvSpPr>
            <p:spPr>
              <a:xfrm>
                <a:off x="8931625" y="428389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4"/>
              <p:cNvSpPr/>
              <p:nvPr/>
            </p:nvSpPr>
            <p:spPr>
              <a:xfrm>
                <a:off x="8931625" y="434832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4"/>
              <p:cNvSpPr/>
              <p:nvPr/>
            </p:nvSpPr>
            <p:spPr>
              <a:xfrm>
                <a:off x="8931625" y="441274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4"/>
              <p:cNvSpPr/>
              <p:nvPr/>
            </p:nvSpPr>
            <p:spPr>
              <a:xfrm>
                <a:off x="8931625" y="447314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4"/>
              <p:cNvSpPr/>
              <p:nvPr/>
            </p:nvSpPr>
            <p:spPr>
              <a:xfrm>
                <a:off x="8931625" y="4541595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4"/>
              <p:cNvSpPr/>
              <p:nvPr/>
            </p:nvSpPr>
            <p:spPr>
              <a:xfrm>
                <a:off x="8931625" y="460199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4"/>
              <p:cNvSpPr/>
              <p:nvPr/>
            </p:nvSpPr>
            <p:spPr>
              <a:xfrm>
                <a:off x="8931625" y="466239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1" name="Google Shape;361;p4"/>
            <p:cNvGrpSpPr/>
            <p:nvPr/>
          </p:nvGrpSpPr>
          <p:grpSpPr>
            <a:xfrm>
              <a:off x="48409" y="144475"/>
              <a:ext cx="9047183" cy="4854548"/>
              <a:chOff x="48409" y="144475"/>
              <a:chExt cx="9047183" cy="4854548"/>
            </a:xfrm>
          </p:grpSpPr>
          <p:sp>
            <p:nvSpPr>
              <p:cNvPr id="362" name="Google Shape;362;p4"/>
              <p:cNvSpPr/>
              <p:nvPr/>
            </p:nvSpPr>
            <p:spPr>
              <a:xfrm>
                <a:off x="172069" y="4603310"/>
                <a:ext cx="240253" cy="249676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10" extrusionOk="0">
                    <a:moveTo>
                      <a:pt x="12" y="100"/>
                    </a:moveTo>
                    <a:cubicBezTo>
                      <a:pt x="12" y="164"/>
                      <a:pt x="12" y="164"/>
                      <a:pt x="12" y="164"/>
                    </a:cubicBezTo>
                    <a:cubicBezTo>
                      <a:pt x="5" y="168"/>
                      <a:pt x="0" y="176"/>
                      <a:pt x="0" y="185"/>
                    </a:cubicBezTo>
                    <a:cubicBezTo>
                      <a:pt x="0" y="199"/>
                      <a:pt x="11" y="210"/>
                      <a:pt x="24" y="210"/>
                    </a:cubicBezTo>
                    <a:cubicBezTo>
                      <a:pt x="38" y="210"/>
                      <a:pt x="49" y="199"/>
                      <a:pt x="49" y="185"/>
                    </a:cubicBezTo>
                    <a:cubicBezTo>
                      <a:pt x="49" y="174"/>
                      <a:pt x="42" y="165"/>
                      <a:pt x="32" y="162"/>
                    </a:cubicBezTo>
                    <a:cubicBezTo>
                      <a:pt x="32" y="108"/>
                      <a:pt x="32" y="108"/>
                      <a:pt x="32" y="108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201" y="20"/>
                      <a:pt x="201" y="20"/>
                      <a:pt x="201" y="20"/>
                    </a:cubicBezTo>
                    <a:cubicBezTo>
                      <a:pt x="201" y="0"/>
                      <a:pt x="201" y="0"/>
                      <a:pt x="201" y="0"/>
                    </a:cubicBezTo>
                    <a:cubicBezTo>
                      <a:pt x="113" y="0"/>
                      <a:pt x="113" y="0"/>
                      <a:pt x="113" y="0"/>
                    </a:cubicBezTo>
                    <a:lnTo>
                      <a:pt x="12" y="100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4"/>
              <p:cNvSpPr/>
              <p:nvPr/>
            </p:nvSpPr>
            <p:spPr>
              <a:xfrm>
                <a:off x="201512" y="3493901"/>
                <a:ext cx="171946" cy="1059946"/>
              </a:xfrm>
              <a:custGeom>
                <a:avLst/>
                <a:gdLst/>
                <a:ahLst/>
                <a:cxnLst/>
                <a:rect l="l" t="t" r="r" b="b"/>
                <a:pathLst>
                  <a:path w="144" h="888" extrusionOk="0">
                    <a:moveTo>
                      <a:pt x="98" y="853"/>
                    </a:moveTo>
                    <a:cubicBezTo>
                      <a:pt x="47" y="853"/>
                      <a:pt x="47" y="853"/>
                      <a:pt x="47" y="853"/>
                    </a:cubicBezTo>
                    <a:cubicBezTo>
                      <a:pt x="43" y="845"/>
                      <a:pt x="35" y="839"/>
                      <a:pt x="25" y="839"/>
                    </a:cubicBezTo>
                    <a:cubicBezTo>
                      <a:pt x="11" y="839"/>
                      <a:pt x="0" y="850"/>
                      <a:pt x="0" y="863"/>
                    </a:cubicBezTo>
                    <a:cubicBezTo>
                      <a:pt x="0" y="877"/>
                      <a:pt x="11" y="888"/>
                      <a:pt x="25" y="888"/>
                    </a:cubicBezTo>
                    <a:cubicBezTo>
                      <a:pt x="35" y="888"/>
                      <a:pt x="43" y="882"/>
                      <a:pt x="47" y="873"/>
                    </a:cubicBezTo>
                    <a:cubicBezTo>
                      <a:pt x="106" y="873"/>
                      <a:pt x="106" y="873"/>
                      <a:pt x="106" y="873"/>
                    </a:cubicBezTo>
                    <a:cubicBezTo>
                      <a:pt x="144" y="835"/>
                      <a:pt x="144" y="835"/>
                      <a:pt x="144" y="835"/>
                    </a:cubicBezTo>
                    <a:cubicBezTo>
                      <a:pt x="144" y="496"/>
                      <a:pt x="144" y="496"/>
                      <a:pt x="144" y="496"/>
                    </a:cubicBezTo>
                    <a:cubicBezTo>
                      <a:pt x="30" y="382"/>
                      <a:pt x="30" y="382"/>
                      <a:pt x="30" y="382"/>
                    </a:cubicBezTo>
                    <a:cubicBezTo>
                      <a:pt x="30" y="232"/>
                      <a:pt x="30" y="232"/>
                      <a:pt x="30" y="232"/>
                    </a:cubicBezTo>
                    <a:cubicBezTo>
                      <a:pt x="84" y="178"/>
                      <a:pt x="84" y="178"/>
                      <a:pt x="84" y="178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94" y="45"/>
                      <a:pt x="101" y="36"/>
                      <a:pt x="101" y="24"/>
                    </a:cubicBezTo>
                    <a:cubicBezTo>
                      <a:pt x="101" y="11"/>
                      <a:pt x="90" y="0"/>
                      <a:pt x="77" y="0"/>
                    </a:cubicBezTo>
                    <a:cubicBezTo>
                      <a:pt x="63" y="0"/>
                      <a:pt x="52" y="11"/>
                      <a:pt x="52" y="24"/>
                    </a:cubicBezTo>
                    <a:cubicBezTo>
                      <a:pt x="52" y="33"/>
                      <a:pt x="57" y="41"/>
                      <a:pt x="64" y="45"/>
                    </a:cubicBezTo>
                    <a:cubicBezTo>
                      <a:pt x="64" y="169"/>
                      <a:pt x="64" y="169"/>
                      <a:pt x="64" y="169"/>
                    </a:cubicBezTo>
                    <a:cubicBezTo>
                      <a:pt x="10" y="224"/>
                      <a:pt x="10" y="224"/>
                      <a:pt x="10" y="224"/>
                    </a:cubicBezTo>
                    <a:cubicBezTo>
                      <a:pt x="10" y="390"/>
                      <a:pt x="10" y="390"/>
                      <a:pt x="10" y="390"/>
                    </a:cubicBezTo>
                    <a:cubicBezTo>
                      <a:pt x="124" y="504"/>
                      <a:pt x="124" y="504"/>
                      <a:pt x="124" y="504"/>
                    </a:cubicBezTo>
                    <a:cubicBezTo>
                      <a:pt x="124" y="827"/>
                      <a:pt x="124" y="827"/>
                      <a:pt x="124" y="827"/>
                    </a:cubicBezTo>
                    <a:lnTo>
                      <a:pt x="98" y="853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4"/>
              <p:cNvSpPr/>
              <p:nvPr/>
            </p:nvSpPr>
            <p:spPr>
              <a:xfrm>
                <a:off x="48409" y="144475"/>
                <a:ext cx="9047183" cy="4854548"/>
              </a:xfrm>
              <a:custGeom>
                <a:avLst/>
                <a:gdLst/>
                <a:ahLst/>
                <a:cxnLst/>
                <a:rect l="l" t="t" r="r" b="b"/>
                <a:pathLst>
                  <a:path w="7583" h="4068" extrusionOk="0">
                    <a:moveTo>
                      <a:pt x="7583" y="2607"/>
                    </a:moveTo>
                    <a:cubicBezTo>
                      <a:pt x="7583" y="2442"/>
                      <a:pt x="7583" y="2442"/>
                      <a:pt x="7583" y="2442"/>
                    </a:cubicBezTo>
                    <a:cubicBezTo>
                      <a:pt x="7303" y="2162"/>
                      <a:pt x="7303" y="2162"/>
                      <a:pt x="7303" y="2162"/>
                    </a:cubicBezTo>
                    <a:cubicBezTo>
                      <a:pt x="7303" y="0"/>
                      <a:pt x="7303" y="0"/>
                      <a:pt x="7303" y="0"/>
                    </a:cubicBezTo>
                    <a:cubicBezTo>
                      <a:pt x="315" y="9"/>
                      <a:pt x="315" y="9"/>
                      <a:pt x="315" y="9"/>
                    </a:cubicBezTo>
                    <a:cubicBezTo>
                      <a:pt x="305" y="9"/>
                      <a:pt x="305" y="9"/>
                      <a:pt x="305" y="9"/>
                    </a:cubicBezTo>
                    <a:cubicBezTo>
                      <a:pt x="305" y="288"/>
                      <a:pt x="305" y="288"/>
                      <a:pt x="305" y="288"/>
                    </a:cubicBezTo>
                    <a:cubicBezTo>
                      <a:pt x="0" y="593"/>
                      <a:pt x="0" y="593"/>
                      <a:pt x="0" y="593"/>
                    </a:cubicBezTo>
                    <a:cubicBezTo>
                      <a:pt x="0" y="1934"/>
                      <a:pt x="0" y="1934"/>
                      <a:pt x="0" y="1934"/>
                    </a:cubicBezTo>
                    <a:cubicBezTo>
                      <a:pt x="305" y="2239"/>
                      <a:pt x="305" y="2239"/>
                      <a:pt x="305" y="2239"/>
                    </a:cubicBezTo>
                    <a:cubicBezTo>
                      <a:pt x="305" y="2449"/>
                      <a:pt x="305" y="2449"/>
                      <a:pt x="305" y="2449"/>
                    </a:cubicBezTo>
                    <a:cubicBezTo>
                      <a:pt x="178" y="2449"/>
                      <a:pt x="178" y="2449"/>
                      <a:pt x="178" y="2449"/>
                    </a:cubicBezTo>
                    <a:cubicBezTo>
                      <a:pt x="174" y="2440"/>
                      <a:pt x="166" y="2434"/>
                      <a:pt x="156" y="2434"/>
                    </a:cubicBezTo>
                    <a:cubicBezTo>
                      <a:pt x="142" y="2434"/>
                      <a:pt x="131" y="2445"/>
                      <a:pt x="131" y="2459"/>
                    </a:cubicBezTo>
                    <a:cubicBezTo>
                      <a:pt x="131" y="2472"/>
                      <a:pt x="142" y="2483"/>
                      <a:pt x="156" y="2483"/>
                    </a:cubicBezTo>
                    <a:cubicBezTo>
                      <a:pt x="166" y="2483"/>
                      <a:pt x="174" y="2477"/>
                      <a:pt x="178" y="2469"/>
                    </a:cubicBezTo>
                    <a:cubicBezTo>
                      <a:pt x="305" y="2469"/>
                      <a:pt x="305" y="2469"/>
                      <a:pt x="305" y="2469"/>
                    </a:cubicBezTo>
                    <a:cubicBezTo>
                      <a:pt x="305" y="2553"/>
                      <a:pt x="305" y="2553"/>
                      <a:pt x="305" y="2553"/>
                    </a:cubicBezTo>
                    <a:cubicBezTo>
                      <a:pt x="209" y="2553"/>
                      <a:pt x="209" y="2553"/>
                      <a:pt x="209" y="2553"/>
                    </a:cubicBezTo>
                    <a:cubicBezTo>
                      <a:pt x="109" y="2653"/>
                      <a:pt x="109" y="2653"/>
                      <a:pt x="109" y="2653"/>
                    </a:cubicBezTo>
                    <a:cubicBezTo>
                      <a:pt x="109" y="2896"/>
                      <a:pt x="109" y="2896"/>
                      <a:pt x="109" y="2896"/>
                    </a:cubicBezTo>
                    <a:cubicBezTo>
                      <a:pt x="100" y="2900"/>
                      <a:pt x="94" y="2908"/>
                      <a:pt x="94" y="2918"/>
                    </a:cubicBezTo>
                    <a:cubicBezTo>
                      <a:pt x="94" y="2932"/>
                      <a:pt x="105" y="2943"/>
                      <a:pt x="119" y="2943"/>
                    </a:cubicBezTo>
                    <a:cubicBezTo>
                      <a:pt x="132" y="2943"/>
                      <a:pt x="143" y="2932"/>
                      <a:pt x="143" y="2918"/>
                    </a:cubicBezTo>
                    <a:cubicBezTo>
                      <a:pt x="143" y="2908"/>
                      <a:pt x="137" y="2900"/>
                      <a:pt x="129" y="2896"/>
                    </a:cubicBezTo>
                    <a:cubicBezTo>
                      <a:pt x="129" y="2661"/>
                      <a:pt x="129" y="2661"/>
                      <a:pt x="129" y="2661"/>
                    </a:cubicBezTo>
                    <a:cubicBezTo>
                      <a:pt x="217" y="2573"/>
                      <a:pt x="217" y="2573"/>
                      <a:pt x="217" y="2573"/>
                    </a:cubicBezTo>
                    <a:cubicBezTo>
                      <a:pt x="305" y="2573"/>
                      <a:pt x="305" y="2573"/>
                      <a:pt x="305" y="2573"/>
                    </a:cubicBezTo>
                    <a:cubicBezTo>
                      <a:pt x="305" y="4068"/>
                      <a:pt x="305" y="4068"/>
                      <a:pt x="305" y="4068"/>
                    </a:cubicBezTo>
                    <a:cubicBezTo>
                      <a:pt x="7303" y="4068"/>
                      <a:pt x="7303" y="4068"/>
                      <a:pt x="7303" y="4068"/>
                    </a:cubicBezTo>
                    <a:cubicBezTo>
                      <a:pt x="7303" y="3959"/>
                      <a:pt x="7303" y="3959"/>
                      <a:pt x="7303" y="3959"/>
                    </a:cubicBezTo>
                    <a:cubicBezTo>
                      <a:pt x="7583" y="3679"/>
                      <a:pt x="7583" y="3679"/>
                      <a:pt x="7583" y="3679"/>
                    </a:cubicBezTo>
                    <a:cubicBezTo>
                      <a:pt x="7583" y="3059"/>
                      <a:pt x="7583" y="3059"/>
                      <a:pt x="7583" y="3059"/>
                    </a:cubicBezTo>
                    <a:cubicBezTo>
                      <a:pt x="7303" y="2779"/>
                      <a:pt x="7303" y="2779"/>
                      <a:pt x="7303" y="2779"/>
                    </a:cubicBezTo>
                    <a:cubicBezTo>
                      <a:pt x="7303" y="2607"/>
                      <a:pt x="7303" y="2607"/>
                      <a:pt x="7303" y="2607"/>
                    </a:cubicBezTo>
                    <a:cubicBezTo>
                      <a:pt x="7583" y="2868"/>
                      <a:pt x="7583" y="2868"/>
                      <a:pt x="7583" y="2868"/>
                    </a:cubicBezTo>
                    <a:cubicBezTo>
                      <a:pt x="7583" y="2703"/>
                      <a:pt x="7583" y="2703"/>
                      <a:pt x="7583" y="2703"/>
                    </a:cubicBezTo>
                    <a:cubicBezTo>
                      <a:pt x="7303" y="2422"/>
                      <a:pt x="7303" y="2422"/>
                      <a:pt x="7303" y="2422"/>
                    </a:cubicBezTo>
                    <a:cubicBezTo>
                      <a:pt x="7303" y="2346"/>
                      <a:pt x="7303" y="2346"/>
                      <a:pt x="7303" y="2346"/>
                    </a:cubicBezTo>
                    <a:lnTo>
                      <a:pt x="7583" y="2607"/>
                    </a:lnTo>
                    <a:close/>
                    <a:moveTo>
                      <a:pt x="7283" y="4048"/>
                    </a:moveTo>
                    <a:cubicBezTo>
                      <a:pt x="325" y="4048"/>
                      <a:pt x="325" y="4048"/>
                      <a:pt x="325" y="4048"/>
                    </a:cubicBezTo>
                    <a:cubicBezTo>
                      <a:pt x="325" y="29"/>
                      <a:pt x="325" y="29"/>
                      <a:pt x="325" y="29"/>
                    </a:cubicBezTo>
                    <a:cubicBezTo>
                      <a:pt x="7283" y="20"/>
                      <a:pt x="7283" y="20"/>
                      <a:pt x="7283" y="20"/>
                    </a:cubicBezTo>
                    <a:lnTo>
                      <a:pt x="7283" y="4048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" name="Google Shape;3143;p26"/>
          <p:cNvPicPr preferRelativeResize="0"/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>
            <a:off x="480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4" name="Google Shape;3144;p26"/>
          <p:cNvGrpSpPr/>
          <p:nvPr/>
        </p:nvGrpSpPr>
        <p:grpSpPr>
          <a:xfrm>
            <a:off x="153463" y="-153830"/>
            <a:ext cx="8923137" cy="5165293"/>
            <a:chOff x="153463" y="-153830"/>
            <a:chExt cx="8923137" cy="5165293"/>
          </a:xfrm>
        </p:grpSpPr>
        <p:sp>
          <p:nvSpPr>
            <p:cNvPr id="3145" name="Google Shape;3145;p26"/>
            <p:cNvSpPr/>
            <p:nvPr/>
          </p:nvSpPr>
          <p:spPr>
            <a:xfrm>
              <a:off x="8842325" y="2451197"/>
              <a:ext cx="234275" cy="241115"/>
            </a:xfrm>
            <a:custGeom>
              <a:avLst/>
              <a:gdLst/>
              <a:ahLst/>
              <a:cxnLst/>
              <a:rect l="l" t="t" r="r" b="b"/>
              <a:pathLst>
                <a:path w="67" h="68" extrusionOk="0">
                  <a:moveTo>
                    <a:pt x="60" y="27"/>
                  </a:moveTo>
                  <a:cubicBezTo>
                    <a:pt x="41" y="27"/>
                    <a:pt x="41" y="27"/>
                    <a:pt x="41" y="27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4"/>
                    <a:pt x="38" y="0"/>
                    <a:pt x="33" y="0"/>
                  </a:cubicBezTo>
                  <a:cubicBezTo>
                    <a:pt x="29" y="0"/>
                    <a:pt x="26" y="4"/>
                    <a:pt x="26" y="8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3" y="27"/>
                    <a:pt x="0" y="30"/>
                    <a:pt x="0" y="34"/>
                  </a:cubicBezTo>
                  <a:cubicBezTo>
                    <a:pt x="0" y="38"/>
                    <a:pt x="3" y="41"/>
                    <a:pt x="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6" y="64"/>
                    <a:pt x="29" y="68"/>
                    <a:pt x="33" y="68"/>
                  </a:cubicBezTo>
                  <a:cubicBezTo>
                    <a:pt x="38" y="68"/>
                    <a:pt x="41" y="64"/>
                    <a:pt x="41" y="60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4" y="41"/>
                    <a:pt x="67" y="38"/>
                    <a:pt x="67" y="34"/>
                  </a:cubicBezTo>
                  <a:cubicBezTo>
                    <a:pt x="67" y="30"/>
                    <a:pt x="64" y="27"/>
                    <a:pt x="60" y="27"/>
                  </a:cubicBezTo>
                  <a:close/>
                </a:path>
              </a:pathLst>
            </a:custGeom>
            <a:solidFill>
              <a:srgbClr val="F5FCF9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46" name="Google Shape;3146;p26"/>
            <p:cNvGrpSpPr/>
            <p:nvPr/>
          </p:nvGrpSpPr>
          <p:grpSpPr>
            <a:xfrm>
              <a:off x="153463" y="-153830"/>
              <a:ext cx="8612668" cy="5165293"/>
              <a:chOff x="153463" y="-153830"/>
              <a:chExt cx="8612668" cy="5165293"/>
            </a:xfrm>
          </p:grpSpPr>
          <p:grpSp>
            <p:nvGrpSpPr>
              <p:cNvPr id="3147" name="Google Shape;3147;p26"/>
              <p:cNvGrpSpPr/>
              <p:nvPr/>
            </p:nvGrpSpPr>
            <p:grpSpPr>
              <a:xfrm rot="-5400000">
                <a:off x="4289110" y="-2418634"/>
                <a:ext cx="285875" cy="4815482"/>
                <a:chOff x="8931625" y="104376"/>
                <a:chExt cx="285875" cy="4868057"/>
              </a:xfrm>
            </p:grpSpPr>
            <p:sp>
              <p:nvSpPr>
                <p:cNvPr id="3148" name="Google Shape;3148;p26"/>
                <p:cNvSpPr/>
                <p:nvPr/>
              </p:nvSpPr>
              <p:spPr>
                <a:xfrm>
                  <a:off x="8931625" y="104376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9" name="Google Shape;3149;p26"/>
                <p:cNvSpPr/>
                <p:nvPr/>
              </p:nvSpPr>
              <p:spPr>
                <a:xfrm>
                  <a:off x="8931625" y="172828"/>
                  <a:ext cx="285875" cy="306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6" extrusionOk="0">
                      <a:moveTo>
                        <a:pt x="0" y="76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0" name="Google Shape;3150;p26"/>
                <p:cNvSpPr/>
                <p:nvPr/>
              </p:nvSpPr>
              <p:spPr>
                <a:xfrm>
                  <a:off x="8931625" y="233225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1" name="Google Shape;3151;p26"/>
                <p:cNvSpPr/>
                <p:nvPr/>
              </p:nvSpPr>
              <p:spPr>
                <a:xfrm>
                  <a:off x="8931625" y="293624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2" name="Google Shape;3152;p26"/>
                <p:cNvSpPr/>
                <p:nvPr/>
              </p:nvSpPr>
              <p:spPr>
                <a:xfrm>
                  <a:off x="8931625" y="36207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3" name="Google Shape;3153;p26"/>
                <p:cNvSpPr/>
                <p:nvPr/>
              </p:nvSpPr>
              <p:spPr>
                <a:xfrm>
                  <a:off x="8931625" y="422472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4" name="Google Shape;3154;p26"/>
                <p:cNvSpPr/>
                <p:nvPr/>
              </p:nvSpPr>
              <p:spPr>
                <a:xfrm>
                  <a:off x="8931625" y="482868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5" name="Google Shape;3155;p26"/>
                <p:cNvSpPr/>
                <p:nvPr/>
              </p:nvSpPr>
              <p:spPr>
                <a:xfrm>
                  <a:off x="8931625" y="551320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6" name="Google Shape;3156;p26"/>
                <p:cNvSpPr/>
                <p:nvPr/>
              </p:nvSpPr>
              <p:spPr>
                <a:xfrm>
                  <a:off x="8931625" y="61171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7" name="Google Shape;3157;p26"/>
                <p:cNvSpPr/>
                <p:nvPr/>
              </p:nvSpPr>
              <p:spPr>
                <a:xfrm>
                  <a:off x="8931625" y="67614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8" name="Google Shape;3158;p26"/>
                <p:cNvSpPr/>
                <p:nvPr/>
              </p:nvSpPr>
              <p:spPr>
                <a:xfrm>
                  <a:off x="8931625" y="740565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9" name="Google Shape;3159;p26"/>
                <p:cNvSpPr/>
                <p:nvPr/>
              </p:nvSpPr>
              <p:spPr>
                <a:xfrm>
                  <a:off x="8931625" y="800964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0" name="Google Shape;3160;p26"/>
                <p:cNvSpPr/>
                <p:nvPr/>
              </p:nvSpPr>
              <p:spPr>
                <a:xfrm>
                  <a:off x="8931625" y="865388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1" name="Google Shape;3161;p26"/>
                <p:cNvSpPr/>
                <p:nvPr/>
              </p:nvSpPr>
              <p:spPr>
                <a:xfrm>
                  <a:off x="8931625" y="92981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2" name="Google Shape;3162;p26"/>
                <p:cNvSpPr/>
                <p:nvPr/>
              </p:nvSpPr>
              <p:spPr>
                <a:xfrm>
                  <a:off x="8931625" y="994237"/>
                  <a:ext cx="285875" cy="306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6" extrusionOk="0">
                      <a:moveTo>
                        <a:pt x="0" y="76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3" name="Google Shape;3163;p26"/>
                <p:cNvSpPr/>
                <p:nvPr/>
              </p:nvSpPr>
              <p:spPr>
                <a:xfrm>
                  <a:off x="8931625" y="105463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4" name="Google Shape;3164;p26"/>
                <p:cNvSpPr/>
                <p:nvPr/>
              </p:nvSpPr>
              <p:spPr>
                <a:xfrm>
                  <a:off x="8931625" y="111905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5" name="Google Shape;3165;p26"/>
                <p:cNvSpPr/>
                <p:nvPr/>
              </p:nvSpPr>
              <p:spPr>
                <a:xfrm>
                  <a:off x="8931625" y="118348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6" name="Google Shape;3166;p26"/>
                <p:cNvSpPr/>
                <p:nvPr/>
              </p:nvSpPr>
              <p:spPr>
                <a:xfrm>
                  <a:off x="8931625" y="1243880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7" name="Google Shape;3167;p26"/>
                <p:cNvSpPr/>
                <p:nvPr/>
              </p:nvSpPr>
              <p:spPr>
                <a:xfrm>
                  <a:off x="8931625" y="1312330"/>
                  <a:ext cx="285875" cy="306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6" extrusionOk="0">
                      <a:moveTo>
                        <a:pt x="0" y="76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8" name="Google Shape;3168;p26"/>
                <p:cNvSpPr/>
                <p:nvPr/>
              </p:nvSpPr>
              <p:spPr>
                <a:xfrm>
                  <a:off x="8931625" y="1372729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9" name="Google Shape;3169;p26"/>
                <p:cNvSpPr/>
                <p:nvPr/>
              </p:nvSpPr>
              <p:spPr>
                <a:xfrm>
                  <a:off x="8931625" y="1433125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0" name="Google Shape;3170;p26"/>
                <p:cNvSpPr/>
                <p:nvPr/>
              </p:nvSpPr>
              <p:spPr>
                <a:xfrm>
                  <a:off x="8931625" y="150157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1" name="Google Shape;3171;p26"/>
                <p:cNvSpPr/>
                <p:nvPr/>
              </p:nvSpPr>
              <p:spPr>
                <a:xfrm>
                  <a:off x="8931625" y="1561974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2" name="Google Shape;3172;p26"/>
                <p:cNvSpPr/>
                <p:nvPr/>
              </p:nvSpPr>
              <p:spPr>
                <a:xfrm>
                  <a:off x="8931625" y="162237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3" name="Google Shape;3173;p26"/>
                <p:cNvSpPr/>
                <p:nvPr/>
              </p:nvSpPr>
              <p:spPr>
                <a:xfrm>
                  <a:off x="8931625" y="1690822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4" name="Google Shape;3174;p26"/>
                <p:cNvSpPr/>
                <p:nvPr/>
              </p:nvSpPr>
              <p:spPr>
                <a:xfrm>
                  <a:off x="8931625" y="175122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26"/>
                <p:cNvSpPr/>
                <p:nvPr/>
              </p:nvSpPr>
              <p:spPr>
                <a:xfrm>
                  <a:off x="8931625" y="1815645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6" name="Google Shape;3176;p26"/>
                <p:cNvSpPr/>
                <p:nvPr/>
              </p:nvSpPr>
              <p:spPr>
                <a:xfrm>
                  <a:off x="8931625" y="1880069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7" name="Google Shape;3177;p26"/>
                <p:cNvSpPr/>
                <p:nvPr/>
              </p:nvSpPr>
              <p:spPr>
                <a:xfrm>
                  <a:off x="8931625" y="1940466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8" name="Google Shape;3178;p26"/>
                <p:cNvSpPr/>
                <p:nvPr/>
              </p:nvSpPr>
              <p:spPr>
                <a:xfrm>
                  <a:off x="8931625" y="2004890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9" name="Google Shape;3179;p26"/>
                <p:cNvSpPr/>
                <p:nvPr/>
              </p:nvSpPr>
              <p:spPr>
                <a:xfrm>
                  <a:off x="8931625" y="2069314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0" name="Google Shape;3180;p26"/>
                <p:cNvSpPr/>
                <p:nvPr/>
              </p:nvSpPr>
              <p:spPr>
                <a:xfrm>
                  <a:off x="8931625" y="2133738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1" name="Google Shape;3181;p26"/>
                <p:cNvSpPr/>
                <p:nvPr/>
              </p:nvSpPr>
              <p:spPr>
                <a:xfrm>
                  <a:off x="8931625" y="219413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2" name="Google Shape;3182;p26"/>
                <p:cNvSpPr/>
                <p:nvPr/>
              </p:nvSpPr>
              <p:spPr>
                <a:xfrm>
                  <a:off x="8931625" y="225856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3" name="Google Shape;3183;p26"/>
                <p:cNvSpPr/>
                <p:nvPr/>
              </p:nvSpPr>
              <p:spPr>
                <a:xfrm>
                  <a:off x="8931625" y="2322986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4" name="Google Shape;3184;p26"/>
                <p:cNvSpPr/>
                <p:nvPr/>
              </p:nvSpPr>
              <p:spPr>
                <a:xfrm>
                  <a:off x="8931625" y="2383382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5" name="Google Shape;3185;p26"/>
                <p:cNvSpPr/>
                <p:nvPr/>
              </p:nvSpPr>
              <p:spPr>
                <a:xfrm>
                  <a:off x="8931625" y="2451834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6" name="Google Shape;3186;p26"/>
                <p:cNvSpPr/>
                <p:nvPr/>
              </p:nvSpPr>
              <p:spPr>
                <a:xfrm>
                  <a:off x="8931625" y="2512230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7" name="Google Shape;3187;p26"/>
                <p:cNvSpPr/>
                <p:nvPr/>
              </p:nvSpPr>
              <p:spPr>
                <a:xfrm>
                  <a:off x="8931625" y="2572629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8" name="Google Shape;3188;p26"/>
                <p:cNvSpPr/>
                <p:nvPr/>
              </p:nvSpPr>
              <p:spPr>
                <a:xfrm>
                  <a:off x="8931625" y="2641079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9" name="Google Shape;3189;p26"/>
                <p:cNvSpPr/>
                <p:nvPr/>
              </p:nvSpPr>
              <p:spPr>
                <a:xfrm>
                  <a:off x="8931625" y="2701478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0" name="Google Shape;3190;p26"/>
                <p:cNvSpPr/>
                <p:nvPr/>
              </p:nvSpPr>
              <p:spPr>
                <a:xfrm>
                  <a:off x="8931625" y="2765902"/>
                  <a:ext cx="285875" cy="306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6" extrusionOk="0">
                      <a:moveTo>
                        <a:pt x="0" y="76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1" name="Google Shape;3191;p26"/>
                <p:cNvSpPr/>
                <p:nvPr/>
              </p:nvSpPr>
              <p:spPr>
                <a:xfrm>
                  <a:off x="8931625" y="2830326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2" name="Google Shape;3192;p26"/>
                <p:cNvSpPr/>
                <p:nvPr/>
              </p:nvSpPr>
              <p:spPr>
                <a:xfrm>
                  <a:off x="8931625" y="289072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3" name="Google Shape;3193;p26"/>
                <p:cNvSpPr/>
                <p:nvPr/>
              </p:nvSpPr>
              <p:spPr>
                <a:xfrm>
                  <a:off x="8931625" y="295514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4" name="Google Shape;3194;p26"/>
                <p:cNvSpPr/>
                <p:nvPr/>
              </p:nvSpPr>
              <p:spPr>
                <a:xfrm>
                  <a:off x="8931625" y="301957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5" name="Google Shape;3195;p26"/>
                <p:cNvSpPr/>
                <p:nvPr/>
              </p:nvSpPr>
              <p:spPr>
                <a:xfrm>
                  <a:off x="8931625" y="3079970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6" name="Google Shape;3196;p26"/>
                <p:cNvSpPr/>
                <p:nvPr/>
              </p:nvSpPr>
              <p:spPr>
                <a:xfrm>
                  <a:off x="8931625" y="3144394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7" name="Google Shape;3197;p26"/>
                <p:cNvSpPr/>
                <p:nvPr/>
              </p:nvSpPr>
              <p:spPr>
                <a:xfrm>
                  <a:off x="8931625" y="3208818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8" name="Google Shape;3198;p26"/>
                <p:cNvSpPr/>
                <p:nvPr/>
              </p:nvSpPr>
              <p:spPr>
                <a:xfrm>
                  <a:off x="8931625" y="3273242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9" name="Google Shape;3199;p26"/>
                <p:cNvSpPr/>
                <p:nvPr/>
              </p:nvSpPr>
              <p:spPr>
                <a:xfrm>
                  <a:off x="8931625" y="3333639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0" name="Google Shape;3200;p26"/>
                <p:cNvSpPr/>
                <p:nvPr/>
              </p:nvSpPr>
              <p:spPr>
                <a:xfrm>
                  <a:off x="8931625" y="339806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1" name="Google Shape;3201;p26"/>
                <p:cNvSpPr/>
                <p:nvPr/>
              </p:nvSpPr>
              <p:spPr>
                <a:xfrm>
                  <a:off x="8931625" y="346248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2" name="Google Shape;3202;p26"/>
                <p:cNvSpPr/>
                <p:nvPr/>
              </p:nvSpPr>
              <p:spPr>
                <a:xfrm>
                  <a:off x="8931625" y="3522886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3" name="Google Shape;3203;p26"/>
                <p:cNvSpPr/>
                <p:nvPr/>
              </p:nvSpPr>
              <p:spPr>
                <a:xfrm>
                  <a:off x="8931625" y="3591336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4" name="Google Shape;3204;p26"/>
                <p:cNvSpPr/>
                <p:nvPr/>
              </p:nvSpPr>
              <p:spPr>
                <a:xfrm>
                  <a:off x="8931625" y="3651735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5" name="Google Shape;3205;p26"/>
                <p:cNvSpPr/>
                <p:nvPr/>
              </p:nvSpPr>
              <p:spPr>
                <a:xfrm>
                  <a:off x="8931625" y="371213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6" name="Google Shape;3206;p26"/>
                <p:cNvSpPr/>
                <p:nvPr/>
              </p:nvSpPr>
              <p:spPr>
                <a:xfrm>
                  <a:off x="8931625" y="378058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7" name="Google Shape;3207;p26"/>
                <p:cNvSpPr/>
                <p:nvPr/>
              </p:nvSpPr>
              <p:spPr>
                <a:xfrm>
                  <a:off x="8931625" y="3840979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8" name="Google Shape;3208;p26"/>
                <p:cNvSpPr/>
                <p:nvPr/>
              </p:nvSpPr>
              <p:spPr>
                <a:xfrm>
                  <a:off x="8931625" y="3905404"/>
                  <a:ext cx="285875" cy="306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6" extrusionOk="0">
                      <a:moveTo>
                        <a:pt x="0" y="76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9" name="Google Shape;3209;p26"/>
                <p:cNvSpPr/>
                <p:nvPr/>
              </p:nvSpPr>
              <p:spPr>
                <a:xfrm>
                  <a:off x="8931625" y="3969828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0" name="Google Shape;3210;p26"/>
                <p:cNvSpPr/>
                <p:nvPr/>
              </p:nvSpPr>
              <p:spPr>
                <a:xfrm>
                  <a:off x="8931625" y="403022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1" name="Google Shape;3211;p26"/>
                <p:cNvSpPr/>
                <p:nvPr/>
              </p:nvSpPr>
              <p:spPr>
                <a:xfrm>
                  <a:off x="8931625" y="409465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2" name="Google Shape;3212;p26"/>
                <p:cNvSpPr/>
                <p:nvPr/>
              </p:nvSpPr>
              <p:spPr>
                <a:xfrm>
                  <a:off x="8931625" y="4159075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3" name="Google Shape;3213;p26"/>
                <p:cNvSpPr/>
                <p:nvPr/>
              </p:nvSpPr>
              <p:spPr>
                <a:xfrm>
                  <a:off x="8931625" y="4223499"/>
                  <a:ext cx="285875" cy="306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6" extrusionOk="0">
                      <a:moveTo>
                        <a:pt x="0" y="76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4" name="Google Shape;3214;p26"/>
                <p:cNvSpPr/>
                <p:nvPr/>
              </p:nvSpPr>
              <p:spPr>
                <a:xfrm>
                  <a:off x="8931625" y="4283898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5" name="Google Shape;3215;p26"/>
                <p:cNvSpPr/>
                <p:nvPr/>
              </p:nvSpPr>
              <p:spPr>
                <a:xfrm>
                  <a:off x="8931625" y="4348322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9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6" name="Google Shape;3216;p26"/>
                <p:cNvSpPr/>
                <p:nvPr/>
              </p:nvSpPr>
              <p:spPr>
                <a:xfrm>
                  <a:off x="8931625" y="4412747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7" name="Google Shape;3217;p26"/>
                <p:cNvSpPr/>
                <p:nvPr/>
              </p:nvSpPr>
              <p:spPr>
                <a:xfrm>
                  <a:off x="8931625" y="4473143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8" name="Google Shape;3218;p26"/>
                <p:cNvSpPr/>
                <p:nvPr/>
              </p:nvSpPr>
              <p:spPr>
                <a:xfrm>
                  <a:off x="8931625" y="4541595"/>
                  <a:ext cx="285875" cy="306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6" extrusionOk="0">
                      <a:moveTo>
                        <a:pt x="0" y="76"/>
                      </a:moveTo>
                      <a:lnTo>
                        <a:pt x="0" y="68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9" name="Google Shape;3219;p26"/>
                <p:cNvSpPr/>
                <p:nvPr/>
              </p:nvSpPr>
              <p:spPr>
                <a:xfrm>
                  <a:off x="8931625" y="4601991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0" name="Google Shape;3220;p26"/>
                <p:cNvSpPr/>
                <p:nvPr/>
              </p:nvSpPr>
              <p:spPr>
                <a:xfrm>
                  <a:off x="8931625" y="4662390"/>
                  <a:ext cx="285875" cy="31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77" extrusionOk="0">
                      <a:moveTo>
                        <a:pt x="0" y="77"/>
                      </a:moveTo>
                      <a:lnTo>
                        <a:pt x="0" y="69"/>
                      </a:lnTo>
                      <a:lnTo>
                        <a:pt x="71" y="0"/>
                      </a:lnTo>
                      <a:lnTo>
                        <a:pt x="71" y="8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21" name="Google Shape;3221;p26"/>
              <p:cNvGrpSpPr/>
              <p:nvPr/>
            </p:nvGrpSpPr>
            <p:grpSpPr>
              <a:xfrm>
                <a:off x="153463" y="132039"/>
                <a:ext cx="8612668" cy="4879424"/>
                <a:chOff x="153463" y="132039"/>
                <a:chExt cx="8612668" cy="4879424"/>
              </a:xfrm>
            </p:grpSpPr>
            <p:sp>
              <p:nvSpPr>
                <p:cNvPr id="3222" name="Google Shape;3222;p26"/>
                <p:cNvSpPr/>
                <p:nvPr/>
              </p:nvSpPr>
              <p:spPr>
                <a:xfrm>
                  <a:off x="2842907" y="266683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3" name="Google Shape;3223;p26"/>
                <p:cNvSpPr/>
                <p:nvPr/>
              </p:nvSpPr>
              <p:spPr>
                <a:xfrm>
                  <a:off x="2708262" y="266683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4" name="Google Shape;3224;p26"/>
                <p:cNvSpPr/>
                <p:nvPr/>
              </p:nvSpPr>
              <p:spPr>
                <a:xfrm>
                  <a:off x="2566713" y="266683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5" name="Google Shape;3225;p26"/>
                <p:cNvSpPr/>
                <p:nvPr/>
              </p:nvSpPr>
              <p:spPr>
                <a:xfrm>
                  <a:off x="6242402" y="256326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6" name="Google Shape;3226;p26"/>
                <p:cNvSpPr/>
                <p:nvPr/>
              </p:nvSpPr>
              <p:spPr>
                <a:xfrm>
                  <a:off x="6378197" y="256326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7" name="Google Shape;3227;p26"/>
                <p:cNvSpPr/>
                <p:nvPr/>
              </p:nvSpPr>
              <p:spPr>
                <a:xfrm>
                  <a:off x="6519747" y="256326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8" name="Google Shape;3228;p26"/>
                <p:cNvSpPr/>
                <p:nvPr/>
              </p:nvSpPr>
              <p:spPr>
                <a:xfrm>
                  <a:off x="2838304" y="4841141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9" name="Google Shape;3229;p26"/>
                <p:cNvSpPr/>
                <p:nvPr/>
              </p:nvSpPr>
              <p:spPr>
                <a:xfrm>
                  <a:off x="2700207" y="4841141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0" name="Google Shape;3230;p26"/>
                <p:cNvSpPr/>
                <p:nvPr/>
              </p:nvSpPr>
              <p:spPr>
                <a:xfrm>
                  <a:off x="2554053" y="4841141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1" name="Google Shape;3231;p26"/>
                <p:cNvSpPr/>
                <p:nvPr/>
              </p:nvSpPr>
              <p:spPr>
                <a:xfrm>
                  <a:off x="6248155" y="4838839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2" name="Google Shape;3232;p26"/>
                <p:cNvSpPr/>
                <p:nvPr/>
              </p:nvSpPr>
              <p:spPr>
                <a:xfrm>
                  <a:off x="6386253" y="4838839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3" name="Google Shape;3233;p26"/>
                <p:cNvSpPr/>
                <p:nvPr/>
              </p:nvSpPr>
              <p:spPr>
                <a:xfrm>
                  <a:off x="6531255" y="4838839"/>
                  <a:ext cx="58800" cy="58800"/>
                </a:xfrm>
                <a:prstGeom prst="ellipse">
                  <a:avLst/>
                </a:pr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4" name="Google Shape;3234;p26"/>
                <p:cNvSpPr/>
                <p:nvPr/>
              </p:nvSpPr>
              <p:spPr>
                <a:xfrm>
                  <a:off x="426205" y="974429"/>
                  <a:ext cx="171471" cy="1064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888" extrusionOk="0">
                      <a:moveTo>
                        <a:pt x="119" y="0"/>
                      </a:moveTo>
                      <a:cubicBezTo>
                        <a:pt x="109" y="0"/>
                        <a:pt x="100" y="6"/>
                        <a:pt x="97" y="15"/>
                      </a:cubicBezTo>
                      <a:cubicBezTo>
                        <a:pt x="38" y="15"/>
                        <a:pt x="38" y="15"/>
                        <a:pt x="38" y="15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392"/>
                        <a:pt x="0" y="392"/>
                        <a:pt x="0" y="392"/>
                      </a:cubicBezTo>
                      <a:cubicBezTo>
                        <a:pt x="114" y="506"/>
                        <a:pt x="114" y="506"/>
                        <a:pt x="114" y="506"/>
                      </a:cubicBezTo>
                      <a:cubicBezTo>
                        <a:pt x="114" y="656"/>
                        <a:pt x="114" y="656"/>
                        <a:pt x="114" y="656"/>
                      </a:cubicBezTo>
                      <a:cubicBezTo>
                        <a:pt x="60" y="710"/>
                        <a:pt x="60" y="710"/>
                        <a:pt x="60" y="710"/>
                      </a:cubicBezTo>
                      <a:cubicBezTo>
                        <a:pt x="60" y="840"/>
                        <a:pt x="60" y="840"/>
                        <a:pt x="60" y="840"/>
                      </a:cubicBezTo>
                      <a:cubicBezTo>
                        <a:pt x="50" y="843"/>
                        <a:pt x="42" y="852"/>
                        <a:pt x="42" y="863"/>
                      </a:cubicBezTo>
                      <a:cubicBezTo>
                        <a:pt x="42" y="877"/>
                        <a:pt x="53" y="888"/>
                        <a:pt x="67" y="888"/>
                      </a:cubicBezTo>
                      <a:cubicBezTo>
                        <a:pt x="80" y="888"/>
                        <a:pt x="91" y="877"/>
                        <a:pt x="91" y="863"/>
                      </a:cubicBezTo>
                      <a:cubicBezTo>
                        <a:pt x="91" y="855"/>
                        <a:pt x="87" y="847"/>
                        <a:pt x="80" y="843"/>
                      </a:cubicBezTo>
                      <a:cubicBezTo>
                        <a:pt x="80" y="718"/>
                        <a:pt x="80" y="718"/>
                        <a:pt x="80" y="718"/>
                      </a:cubicBezTo>
                      <a:cubicBezTo>
                        <a:pt x="134" y="664"/>
                        <a:pt x="134" y="664"/>
                        <a:pt x="134" y="664"/>
                      </a:cubicBezTo>
                      <a:cubicBezTo>
                        <a:pt x="134" y="498"/>
                        <a:pt x="134" y="498"/>
                        <a:pt x="134" y="498"/>
                      </a:cubicBezTo>
                      <a:cubicBezTo>
                        <a:pt x="20" y="384"/>
                        <a:pt x="20" y="384"/>
                        <a:pt x="20" y="384"/>
                      </a:cubicBezTo>
                      <a:cubicBezTo>
                        <a:pt x="20" y="61"/>
                        <a:pt x="20" y="61"/>
                        <a:pt x="20" y="61"/>
                      </a:cubicBezTo>
                      <a:cubicBezTo>
                        <a:pt x="46" y="35"/>
                        <a:pt x="46" y="35"/>
                        <a:pt x="46" y="35"/>
                      </a:cubicBezTo>
                      <a:cubicBezTo>
                        <a:pt x="97" y="35"/>
                        <a:pt x="97" y="35"/>
                        <a:pt x="97" y="35"/>
                      </a:cubicBezTo>
                      <a:cubicBezTo>
                        <a:pt x="100" y="43"/>
                        <a:pt x="109" y="49"/>
                        <a:pt x="119" y="49"/>
                      </a:cubicBezTo>
                      <a:cubicBezTo>
                        <a:pt x="132" y="49"/>
                        <a:pt x="143" y="38"/>
                        <a:pt x="143" y="25"/>
                      </a:cubicBezTo>
                      <a:cubicBezTo>
                        <a:pt x="143" y="11"/>
                        <a:pt x="132" y="0"/>
                        <a:pt x="119" y="0"/>
                      </a:cubicBez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5" name="Google Shape;3235;p26"/>
                <p:cNvSpPr/>
                <p:nvPr/>
              </p:nvSpPr>
              <p:spPr>
                <a:xfrm>
                  <a:off x="425054" y="3103422"/>
                  <a:ext cx="172621" cy="1064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888" extrusionOk="0">
                      <a:moveTo>
                        <a:pt x="119" y="839"/>
                      </a:moveTo>
                      <a:cubicBezTo>
                        <a:pt x="109" y="839"/>
                        <a:pt x="101" y="845"/>
                        <a:pt x="97" y="853"/>
                      </a:cubicBezTo>
                      <a:cubicBezTo>
                        <a:pt x="46" y="853"/>
                        <a:pt x="46" y="853"/>
                        <a:pt x="46" y="853"/>
                      </a:cubicBezTo>
                      <a:cubicBezTo>
                        <a:pt x="20" y="827"/>
                        <a:pt x="20" y="827"/>
                        <a:pt x="20" y="827"/>
                      </a:cubicBezTo>
                      <a:cubicBezTo>
                        <a:pt x="20" y="504"/>
                        <a:pt x="20" y="504"/>
                        <a:pt x="20" y="504"/>
                      </a:cubicBezTo>
                      <a:cubicBezTo>
                        <a:pt x="134" y="390"/>
                        <a:pt x="134" y="390"/>
                        <a:pt x="134" y="390"/>
                      </a:cubicBezTo>
                      <a:cubicBezTo>
                        <a:pt x="134" y="224"/>
                        <a:pt x="134" y="224"/>
                        <a:pt x="134" y="224"/>
                      </a:cubicBezTo>
                      <a:cubicBezTo>
                        <a:pt x="80" y="170"/>
                        <a:pt x="80" y="170"/>
                        <a:pt x="80" y="170"/>
                      </a:cubicBezTo>
                      <a:cubicBezTo>
                        <a:pt x="80" y="46"/>
                        <a:pt x="80" y="46"/>
                        <a:pt x="80" y="46"/>
                      </a:cubicBezTo>
                      <a:cubicBezTo>
                        <a:pt x="87" y="41"/>
                        <a:pt x="92" y="34"/>
                        <a:pt x="92" y="25"/>
                      </a:cubicBezTo>
                      <a:cubicBezTo>
                        <a:pt x="92" y="11"/>
                        <a:pt x="81" y="0"/>
                        <a:pt x="67" y="0"/>
                      </a:cubicBezTo>
                      <a:cubicBezTo>
                        <a:pt x="54" y="0"/>
                        <a:pt x="43" y="11"/>
                        <a:pt x="43" y="25"/>
                      </a:cubicBezTo>
                      <a:cubicBezTo>
                        <a:pt x="43" y="36"/>
                        <a:pt x="50" y="45"/>
                        <a:pt x="60" y="48"/>
                      </a:cubicBezTo>
                      <a:cubicBezTo>
                        <a:pt x="60" y="178"/>
                        <a:pt x="60" y="178"/>
                        <a:pt x="60" y="178"/>
                      </a:cubicBezTo>
                      <a:cubicBezTo>
                        <a:pt x="114" y="232"/>
                        <a:pt x="114" y="232"/>
                        <a:pt x="114" y="232"/>
                      </a:cubicBezTo>
                      <a:cubicBezTo>
                        <a:pt x="114" y="382"/>
                        <a:pt x="114" y="382"/>
                        <a:pt x="114" y="382"/>
                      </a:cubicBezTo>
                      <a:cubicBezTo>
                        <a:pt x="0" y="496"/>
                        <a:pt x="0" y="496"/>
                        <a:pt x="0" y="496"/>
                      </a:cubicBezTo>
                      <a:cubicBezTo>
                        <a:pt x="0" y="836"/>
                        <a:pt x="0" y="836"/>
                        <a:pt x="0" y="836"/>
                      </a:cubicBezTo>
                      <a:cubicBezTo>
                        <a:pt x="38" y="873"/>
                        <a:pt x="38" y="873"/>
                        <a:pt x="38" y="873"/>
                      </a:cubicBezTo>
                      <a:cubicBezTo>
                        <a:pt x="97" y="873"/>
                        <a:pt x="97" y="873"/>
                        <a:pt x="97" y="873"/>
                      </a:cubicBezTo>
                      <a:cubicBezTo>
                        <a:pt x="101" y="882"/>
                        <a:pt x="109" y="888"/>
                        <a:pt x="119" y="888"/>
                      </a:cubicBezTo>
                      <a:cubicBezTo>
                        <a:pt x="133" y="888"/>
                        <a:pt x="144" y="877"/>
                        <a:pt x="144" y="863"/>
                      </a:cubicBezTo>
                      <a:cubicBezTo>
                        <a:pt x="144" y="850"/>
                        <a:pt x="133" y="839"/>
                        <a:pt x="119" y="839"/>
                      </a:cubicBez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6" name="Google Shape;3236;p26"/>
                <p:cNvSpPr/>
                <p:nvPr/>
              </p:nvSpPr>
              <p:spPr>
                <a:xfrm>
                  <a:off x="8533665" y="958318"/>
                  <a:ext cx="172621" cy="1065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888" extrusionOk="0">
                      <a:moveTo>
                        <a:pt x="25" y="49"/>
                      </a:moveTo>
                      <a:cubicBezTo>
                        <a:pt x="35" y="49"/>
                        <a:pt x="44" y="43"/>
                        <a:pt x="47" y="35"/>
                      </a:cubicBezTo>
                      <a:cubicBezTo>
                        <a:pt x="98" y="35"/>
                        <a:pt x="98" y="35"/>
                        <a:pt x="98" y="35"/>
                      </a:cubicBezTo>
                      <a:cubicBezTo>
                        <a:pt x="124" y="61"/>
                        <a:pt x="124" y="61"/>
                        <a:pt x="124" y="61"/>
                      </a:cubicBezTo>
                      <a:cubicBezTo>
                        <a:pt x="124" y="384"/>
                        <a:pt x="124" y="384"/>
                        <a:pt x="124" y="384"/>
                      </a:cubicBezTo>
                      <a:cubicBezTo>
                        <a:pt x="10" y="498"/>
                        <a:pt x="10" y="498"/>
                        <a:pt x="10" y="498"/>
                      </a:cubicBezTo>
                      <a:cubicBezTo>
                        <a:pt x="10" y="665"/>
                        <a:pt x="10" y="665"/>
                        <a:pt x="10" y="665"/>
                      </a:cubicBezTo>
                      <a:cubicBezTo>
                        <a:pt x="64" y="719"/>
                        <a:pt x="64" y="719"/>
                        <a:pt x="64" y="719"/>
                      </a:cubicBezTo>
                      <a:cubicBezTo>
                        <a:pt x="64" y="843"/>
                        <a:pt x="64" y="843"/>
                        <a:pt x="64" y="843"/>
                      </a:cubicBezTo>
                      <a:cubicBezTo>
                        <a:pt x="57" y="847"/>
                        <a:pt x="52" y="855"/>
                        <a:pt x="52" y="864"/>
                      </a:cubicBezTo>
                      <a:cubicBezTo>
                        <a:pt x="52" y="877"/>
                        <a:pt x="63" y="888"/>
                        <a:pt x="77" y="888"/>
                      </a:cubicBezTo>
                      <a:cubicBezTo>
                        <a:pt x="91" y="888"/>
                        <a:pt x="101" y="877"/>
                        <a:pt x="101" y="864"/>
                      </a:cubicBezTo>
                      <a:cubicBezTo>
                        <a:pt x="101" y="853"/>
                        <a:pt x="94" y="843"/>
                        <a:pt x="84" y="840"/>
                      </a:cubicBezTo>
                      <a:cubicBezTo>
                        <a:pt x="84" y="710"/>
                        <a:pt x="84" y="710"/>
                        <a:pt x="84" y="710"/>
                      </a:cubicBezTo>
                      <a:cubicBezTo>
                        <a:pt x="30" y="656"/>
                        <a:pt x="30" y="656"/>
                        <a:pt x="30" y="656"/>
                      </a:cubicBezTo>
                      <a:cubicBezTo>
                        <a:pt x="30" y="506"/>
                        <a:pt x="30" y="506"/>
                        <a:pt x="30" y="506"/>
                      </a:cubicBezTo>
                      <a:cubicBezTo>
                        <a:pt x="144" y="392"/>
                        <a:pt x="144" y="392"/>
                        <a:pt x="144" y="392"/>
                      </a:cubicBezTo>
                      <a:cubicBezTo>
                        <a:pt x="144" y="53"/>
                        <a:pt x="144" y="53"/>
                        <a:pt x="144" y="53"/>
                      </a:cubicBezTo>
                      <a:cubicBezTo>
                        <a:pt x="106" y="15"/>
                        <a:pt x="106" y="15"/>
                        <a:pt x="106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44" y="6"/>
                        <a:pt x="35" y="0"/>
                        <a:pt x="25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38"/>
                        <a:pt x="11" y="49"/>
                        <a:pt x="25" y="49"/>
                      </a:cubicBez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7" name="Google Shape;3237;p26"/>
                <p:cNvSpPr/>
                <p:nvPr/>
              </p:nvSpPr>
              <p:spPr>
                <a:xfrm>
                  <a:off x="8534816" y="3087311"/>
                  <a:ext cx="171471" cy="1065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888" extrusionOk="0">
                      <a:moveTo>
                        <a:pt x="25" y="888"/>
                      </a:moveTo>
                      <a:cubicBezTo>
                        <a:pt x="34" y="888"/>
                        <a:pt x="43" y="882"/>
                        <a:pt x="47" y="874"/>
                      </a:cubicBezTo>
                      <a:cubicBezTo>
                        <a:pt x="106" y="874"/>
                        <a:pt x="106" y="874"/>
                        <a:pt x="106" y="874"/>
                      </a:cubicBezTo>
                      <a:cubicBezTo>
                        <a:pt x="143" y="836"/>
                        <a:pt x="143" y="836"/>
                        <a:pt x="143" y="836"/>
                      </a:cubicBezTo>
                      <a:cubicBezTo>
                        <a:pt x="143" y="496"/>
                        <a:pt x="143" y="496"/>
                        <a:pt x="143" y="496"/>
                      </a:cubicBezTo>
                      <a:cubicBezTo>
                        <a:pt x="30" y="382"/>
                        <a:pt x="30" y="382"/>
                        <a:pt x="30" y="382"/>
                      </a:cubicBezTo>
                      <a:cubicBezTo>
                        <a:pt x="30" y="232"/>
                        <a:pt x="30" y="232"/>
                        <a:pt x="30" y="232"/>
                      </a:cubicBezTo>
                      <a:cubicBezTo>
                        <a:pt x="84" y="178"/>
                        <a:pt x="84" y="178"/>
                        <a:pt x="84" y="178"/>
                      </a:cubicBezTo>
                      <a:cubicBezTo>
                        <a:pt x="84" y="48"/>
                        <a:pt x="84" y="48"/>
                        <a:pt x="84" y="48"/>
                      </a:cubicBezTo>
                      <a:cubicBezTo>
                        <a:pt x="94" y="45"/>
                        <a:pt x="101" y="36"/>
                        <a:pt x="101" y="25"/>
                      </a:cubicBezTo>
                      <a:cubicBezTo>
                        <a:pt x="101" y="11"/>
                        <a:pt x="90" y="0"/>
                        <a:pt x="77" y="0"/>
                      </a:cubicBezTo>
                      <a:cubicBezTo>
                        <a:pt x="63" y="0"/>
                        <a:pt x="52" y="11"/>
                        <a:pt x="52" y="25"/>
                      </a:cubicBezTo>
                      <a:cubicBezTo>
                        <a:pt x="52" y="34"/>
                        <a:pt x="57" y="41"/>
                        <a:pt x="64" y="46"/>
                      </a:cubicBezTo>
                      <a:cubicBezTo>
                        <a:pt x="64" y="170"/>
                        <a:pt x="64" y="170"/>
                        <a:pt x="64" y="170"/>
                      </a:cubicBezTo>
                      <a:cubicBezTo>
                        <a:pt x="10" y="224"/>
                        <a:pt x="10" y="224"/>
                        <a:pt x="10" y="224"/>
                      </a:cubicBezTo>
                      <a:cubicBezTo>
                        <a:pt x="10" y="391"/>
                        <a:pt x="10" y="391"/>
                        <a:pt x="10" y="391"/>
                      </a:cubicBezTo>
                      <a:cubicBezTo>
                        <a:pt x="123" y="504"/>
                        <a:pt x="123" y="504"/>
                        <a:pt x="123" y="504"/>
                      </a:cubicBezTo>
                      <a:cubicBezTo>
                        <a:pt x="123" y="828"/>
                        <a:pt x="123" y="828"/>
                        <a:pt x="123" y="828"/>
                      </a:cubicBezTo>
                      <a:cubicBezTo>
                        <a:pt x="97" y="854"/>
                        <a:pt x="97" y="854"/>
                        <a:pt x="97" y="854"/>
                      </a:cubicBezTo>
                      <a:cubicBezTo>
                        <a:pt x="47" y="854"/>
                        <a:pt x="47" y="854"/>
                        <a:pt x="47" y="854"/>
                      </a:cubicBezTo>
                      <a:cubicBezTo>
                        <a:pt x="43" y="845"/>
                        <a:pt x="34" y="839"/>
                        <a:pt x="25" y="839"/>
                      </a:cubicBezTo>
                      <a:cubicBezTo>
                        <a:pt x="11" y="839"/>
                        <a:pt x="0" y="850"/>
                        <a:pt x="0" y="864"/>
                      </a:cubicBezTo>
                      <a:cubicBezTo>
                        <a:pt x="0" y="877"/>
                        <a:pt x="11" y="888"/>
                        <a:pt x="25" y="888"/>
                      </a:cubicBez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8" name="Google Shape;3238;p26"/>
                <p:cNvSpPr/>
                <p:nvPr/>
              </p:nvSpPr>
              <p:spPr>
                <a:xfrm>
                  <a:off x="153463" y="132039"/>
                  <a:ext cx="8612668" cy="4879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3" h="4068" extrusionOk="0">
                      <a:moveTo>
                        <a:pt x="6988" y="0"/>
                      </a:moveTo>
                      <a:cubicBezTo>
                        <a:pt x="196" y="9"/>
                        <a:pt x="196" y="9"/>
                        <a:pt x="196" y="9"/>
                      </a:cubicBezTo>
                      <a:cubicBezTo>
                        <a:pt x="186" y="9"/>
                        <a:pt x="186" y="9"/>
                        <a:pt x="186" y="9"/>
                      </a:cubicBezTo>
                      <a:cubicBezTo>
                        <a:pt x="186" y="598"/>
                        <a:pt x="186" y="598"/>
                        <a:pt x="186" y="598"/>
                      </a:cubicBezTo>
                      <a:cubicBezTo>
                        <a:pt x="97" y="598"/>
                        <a:pt x="97" y="598"/>
                        <a:pt x="97" y="598"/>
                      </a:cubicBezTo>
                      <a:cubicBezTo>
                        <a:pt x="0" y="665"/>
                        <a:pt x="0" y="665"/>
                        <a:pt x="0" y="665"/>
                      </a:cubicBezTo>
                      <a:cubicBezTo>
                        <a:pt x="0" y="3410"/>
                        <a:pt x="0" y="3410"/>
                        <a:pt x="0" y="3410"/>
                      </a:cubicBezTo>
                      <a:cubicBezTo>
                        <a:pt x="84" y="3468"/>
                        <a:pt x="84" y="3468"/>
                        <a:pt x="84" y="3468"/>
                      </a:cubicBezTo>
                      <a:cubicBezTo>
                        <a:pt x="186" y="3468"/>
                        <a:pt x="186" y="3468"/>
                        <a:pt x="186" y="3468"/>
                      </a:cubicBezTo>
                      <a:cubicBezTo>
                        <a:pt x="186" y="4068"/>
                        <a:pt x="186" y="4068"/>
                        <a:pt x="186" y="4068"/>
                      </a:cubicBezTo>
                      <a:cubicBezTo>
                        <a:pt x="7183" y="4068"/>
                        <a:pt x="7183" y="4068"/>
                        <a:pt x="7183" y="4068"/>
                      </a:cubicBezTo>
                      <a:cubicBezTo>
                        <a:pt x="7183" y="240"/>
                        <a:pt x="7183" y="240"/>
                        <a:pt x="7183" y="240"/>
                      </a:cubicBezTo>
                      <a:cubicBezTo>
                        <a:pt x="6991" y="4"/>
                        <a:pt x="6991" y="4"/>
                        <a:pt x="6991" y="4"/>
                      </a:cubicBezTo>
                      <a:lnTo>
                        <a:pt x="6988" y="0"/>
                      </a:lnTo>
                      <a:close/>
                      <a:moveTo>
                        <a:pt x="7163" y="629"/>
                      </a:moveTo>
                      <a:cubicBezTo>
                        <a:pt x="7086" y="629"/>
                        <a:pt x="7086" y="629"/>
                        <a:pt x="7086" y="629"/>
                      </a:cubicBezTo>
                      <a:cubicBezTo>
                        <a:pt x="6997" y="540"/>
                        <a:pt x="6997" y="540"/>
                        <a:pt x="6997" y="540"/>
                      </a:cubicBezTo>
                      <a:cubicBezTo>
                        <a:pt x="6997" y="486"/>
                        <a:pt x="6997" y="486"/>
                        <a:pt x="6997" y="486"/>
                      </a:cubicBezTo>
                      <a:cubicBezTo>
                        <a:pt x="7007" y="483"/>
                        <a:pt x="7014" y="474"/>
                        <a:pt x="7014" y="463"/>
                      </a:cubicBezTo>
                      <a:cubicBezTo>
                        <a:pt x="7014" y="449"/>
                        <a:pt x="7003" y="438"/>
                        <a:pt x="6989" y="438"/>
                      </a:cubicBezTo>
                      <a:cubicBezTo>
                        <a:pt x="6976" y="438"/>
                        <a:pt x="6965" y="449"/>
                        <a:pt x="6965" y="463"/>
                      </a:cubicBezTo>
                      <a:cubicBezTo>
                        <a:pt x="6965" y="472"/>
                        <a:pt x="6970" y="480"/>
                        <a:pt x="6977" y="484"/>
                      </a:cubicBezTo>
                      <a:cubicBezTo>
                        <a:pt x="6977" y="548"/>
                        <a:pt x="6977" y="548"/>
                        <a:pt x="6977" y="548"/>
                      </a:cubicBezTo>
                      <a:cubicBezTo>
                        <a:pt x="7078" y="649"/>
                        <a:pt x="7078" y="649"/>
                        <a:pt x="7078" y="649"/>
                      </a:cubicBezTo>
                      <a:cubicBezTo>
                        <a:pt x="7163" y="649"/>
                        <a:pt x="7163" y="649"/>
                        <a:pt x="7163" y="649"/>
                      </a:cubicBezTo>
                      <a:cubicBezTo>
                        <a:pt x="7163" y="1811"/>
                        <a:pt x="7163" y="1811"/>
                        <a:pt x="7163" y="1811"/>
                      </a:cubicBezTo>
                      <a:cubicBezTo>
                        <a:pt x="7078" y="1811"/>
                        <a:pt x="7078" y="1811"/>
                        <a:pt x="7078" y="1811"/>
                      </a:cubicBezTo>
                      <a:cubicBezTo>
                        <a:pt x="6990" y="1723"/>
                        <a:pt x="6990" y="1723"/>
                        <a:pt x="6990" y="1723"/>
                      </a:cubicBezTo>
                      <a:cubicBezTo>
                        <a:pt x="6990" y="1488"/>
                        <a:pt x="6990" y="1488"/>
                        <a:pt x="6990" y="1488"/>
                      </a:cubicBezTo>
                      <a:cubicBezTo>
                        <a:pt x="6998" y="1484"/>
                        <a:pt x="7004" y="1476"/>
                        <a:pt x="7004" y="1466"/>
                      </a:cubicBezTo>
                      <a:cubicBezTo>
                        <a:pt x="7004" y="1452"/>
                        <a:pt x="6993" y="1441"/>
                        <a:pt x="6980" y="1441"/>
                      </a:cubicBezTo>
                      <a:cubicBezTo>
                        <a:pt x="6966" y="1441"/>
                        <a:pt x="6955" y="1452"/>
                        <a:pt x="6955" y="1466"/>
                      </a:cubicBezTo>
                      <a:cubicBezTo>
                        <a:pt x="6955" y="1476"/>
                        <a:pt x="6961" y="1484"/>
                        <a:pt x="6970" y="1488"/>
                      </a:cubicBezTo>
                      <a:cubicBezTo>
                        <a:pt x="6970" y="1731"/>
                        <a:pt x="6970" y="1731"/>
                        <a:pt x="6970" y="1731"/>
                      </a:cubicBezTo>
                      <a:cubicBezTo>
                        <a:pt x="7070" y="1831"/>
                        <a:pt x="7070" y="1831"/>
                        <a:pt x="7070" y="1831"/>
                      </a:cubicBezTo>
                      <a:cubicBezTo>
                        <a:pt x="7163" y="1831"/>
                        <a:pt x="7163" y="1831"/>
                        <a:pt x="7163" y="1831"/>
                      </a:cubicBezTo>
                      <a:cubicBezTo>
                        <a:pt x="7163" y="1915"/>
                        <a:pt x="7163" y="1915"/>
                        <a:pt x="7163" y="1915"/>
                      </a:cubicBezTo>
                      <a:cubicBezTo>
                        <a:pt x="7039" y="1915"/>
                        <a:pt x="7039" y="1915"/>
                        <a:pt x="7039" y="1915"/>
                      </a:cubicBezTo>
                      <a:cubicBezTo>
                        <a:pt x="7035" y="1907"/>
                        <a:pt x="7027" y="1901"/>
                        <a:pt x="7017" y="1901"/>
                      </a:cubicBezTo>
                      <a:cubicBezTo>
                        <a:pt x="7003" y="1901"/>
                        <a:pt x="6992" y="1912"/>
                        <a:pt x="6992" y="1925"/>
                      </a:cubicBezTo>
                      <a:cubicBezTo>
                        <a:pt x="6992" y="1939"/>
                        <a:pt x="7003" y="1950"/>
                        <a:pt x="7017" y="1950"/>
                      </a:cubicBezTo>
                      <a:cubicBezTo>
                        <a:pt x="7027" y="1950"/>
                        <a:pt x="7035" y="1944"/>
                        <a:pt x="7039" y="1935"/>
                      </a:cubicBezTo>
                      <a:cubicBezTo>
                        <a:pt x="7163" y="1935"/>
                        <a:pt x="7163" y="1935"/>
                        <a:pt x="7163" y="1935"/>
                      </a:cubicBezTo>
                      <a:cubicBezTo>
                        <a:pt x="7163" y="2106"/>
                        <a:pt x="7163" y="2106"/>
                        <a:pt x="7163" y="2106"/>
                      </a:cubicBezTo>
                      <a:cubicBezTo>
                        <a:pt x="7040" y="2106"/>
                        <a:pt x="7040" y="2106"/>
                        <a:pt x="7040" y="2106"/>
                      </a:cubicBezTo>
                      <a:cubicBezTo>
                        <a:pt x="7036" y="2098"/>
                        <a:pt x="7027" y="2092"/>
                        <a:pt x="7017" y="2092"/>
                      </a:cubicBezTo>
                      <a:cubicBezTo>
                        <a:pt x="7004" y="2092"/>
                        <a:pt x="6993" y="2103"/>
                        <a:pt x="6993" y="2116"/>
                      </a:cubicBezTo>
                      <a:cubicBezTo>
                        <a:pt x="6993" y="2130"/>
                        <a:pt x="7004" y="2141"/>
                        <a:pt x="7017" y="2141"/>
                      </a:cubicBezTo>
                      <a:cubicBezTo>
                        <a:pt x="7027" y="2141"/>
                        <a:pt x="7036" y="2135"/>
                        <a:pt x="7040" y="2126"/>
                      </a:cubicBezTo>
                      <a:cubicBezTo>
                        <a:pt x="7163" y="2126"/>
                        <a:pt x="7163" y="2126"/>
                        <a:pt x="7163" y="2126"/>
                      </a:cubicBezTo>
                      <a:cubicBezTo>
                        <a:pt x="7163" y="2210"/>
                        <a:pt x="7163" y="2210"/>
                        <a:pt x="7163" y="2210"/>
                      </a:cubicBezTo>
                      <a:cubicBezTo>
                        <a:pt x="7070" y="2210"/>
                        <a:pt x="7070" y="2210"/>
                        <a:pt x="7070" y="2210"/>
                      </a:cubicBezTo>
                      <a:cubicBezTo>
                        <a:pt x="6970" y="2310"/>
                        <a:pt x="6970" y="2310"/>
                        <a:pt x="6970" y="2310"/>
                      </a:cubicBezTo>
                      <a:cubicBezTo>
                        <a:pt x="6970" y="2553"/>
                        <a:pt x="6970" y="2553"/>
                        <a:pt x="6970" y="2553"/>
                      </a:cubicBezTo>
                      <a:cubicBezTo>
                        <a:pt x="6962" y="2557"/>
                        <a:pt x="6956" y="2566"/>
                        <a:pt x="6956" y="2576"/>
                      </a:cubicBezTo>
                      <a:cubicBezTo>
                        <a:pt x="6956" y="2589"/>
                        <a:pt x="6967" y="2600"/>
                        <a:pt x="6980" y="2600"/>
                      </a:cubicBezTo>
                      <a:cubicBezTo>
                        <a:pt x="6994" y="2600"/>
                        <a:pt x="7005" y="2589"/>
                        <a:pt x="7005" y="2576"/>
                      </a:cubicBezTo>
                      <a:cubicBezTo>
                        <a:pt x="7005" y="2566"/>
                        <a:pt x="6999" y="2557"/>
                        <a:pt x="6990" y="2553"/>
                      </a:cubicBezTo>
                      <a:cubicBezTo>
                        <a:pt x="6990" y="2318"/>
                        <a:pt x="6990" y="2318"/>
                        <a:pt x="6990" y="2318"/>
                      </a:cubicBezTo>
                      <a:cubicBezTo>
                        <a:pt x="7079" y="2230"/>
                        <a:pt x="7079" y="2230"/>
                        <a:pt x="7079" y="2230"/>
                      </a:cubicBezTo>
                      <a:cubicBezTo>
                        <a:pt x="7163" y="2230"/>
                        <a:pt x="7163" y="2230"/>
                        <a:pt x="7163" y="2230"/>
                      </a:cubicBezTo>
                      <a:cubicBezTo>
                        <a:pt x="7163" y="3393"/>
                        <a:pt x="7163" y="3393"/>
                        <a:pt x="7163" y="3393"/>
                      </a:cubicBezTo>
                      <a:cubicBezTo>
                        <a:pt x="7078" y="3393"/>
                        <a:pt x="7078" y="3393"/>
                        <a:pt x="7078" y="3393"/>
                      </a:cubicBezTo>
                      <a:cubicBezTo>
                        <a:pt x="6978" y="3494"/>
                        <a:pt x="6978" y="3494"/>
                        <a:pt x="6978" y="3494"/>
                      </a:cubicBezTo>
                      <a:cubicBezTo>
                        <a:pt x="6978" y="3547"/>
                        <a:pt x="6978" y="3547"/>
                        <a:pt x="6978" y="3547"/>
                      </a:cubicBezTo>
                      <a:cubicBezTo>
                        <a:pt x="6970" y="3551"/>
                        <a:pt x="6965" y="3559"/>
                        <a:pt x="6965" y="3568"/>
                      </a:cubicBezTo>
                      <a:cubicBezTo>
                        <a:pt x="6965" y="3582"/>
                        <a:pt x="6976" y="3593"/>
                        <a:pt x="6989" y="3593"/>
                      </a:cubicBezTo>
                      <a:cubicBezTo>
                        <a:pt x="7003" y="3593"/>
                        <a:pt x="7014" y="3582"/>
                        <a:pt x="7014" y="3568"/>
                      </a:cubicBezTo>
                      <a:cubicBezTo>
                        <a:pt x="7014" y="3558"/>
                        <a:pt x="7007" y="3549"/>
                        <a:pt x="6998" y="3545"/>
                      </a:cubicBezTo>
                      <a:cubicBezTo>
                        <a:pt x="6998" y="3502"/>
                        <a:pt x="6998" y="3502"/>
                        <a:pt x="6998" y="3502"/>
                      </a:cubicBezTo>
                      <a:cubicBezTo>
                        <a:pt x="7087" y="3413"/>
                        <a:pt x="7087" y="3413"/>
                        <a:pt x="7087" y="3413"/>
                      </a:cubicBezTo>
                      <a:cubicBezTo>
                        <a:pt x="7163" y="3413"/>
                        <a:pt x="7163" y="3413"/>
                        <a:pt x="7163" y="3413"/>
                      </a:cubicBezTo>
                      <a:cubicBezTo>
                        <a:pt x="7163" y="4048"/>
                        <a:pt x="7163" y="4048"/>
                        <a:pt x="7163" y="4048"/>
                      </a:cubicBezTo>
                      <a:cubicBezTo>
                        <a:pt x="4278" y="4048"/>
                        <a:pt x="4278" y="4048"/>
                        <a:pt x="4278" y="4048"/>
                      </a:cubicBezTo>
                      <a:cubicBezTo>
                        <a:pt x="4278" y="4028"/>
                        <a:pt x="4278" y="4028"/>
                        <a:pt x="4278" y="4028"/>
                      </a:cubicBezTo>
                      <a:cubicBezTo>
                        <a:pt x="4303" y="4003"/>
                        <a:pt x="4303" y="4003"/>
                        <a:pt x="4303" y="4003"/>
                      </a:cubicBezTo>
                      <a:cubicBezTo>
                        <a:pt x="4544" y="4003"/>
                        <a:pt x="4544" y="4003"/>
                        <a:pt x="4544" y="4003"/>
                      </a:cubicBezTo>
                      <a:cubicBezTo>
                        <a:pt x="4589" y="3958"/>
                        <a:pt x="4589" y="3958"/>
                        <a:pt x="4589" y="3958"/>
                      </a:cubicBezTo>
                      <a:cubicBezTo>
                        <a:pt x="4964" y="3958"/>
                        <a:pt x="4964" y="3958"/>
                        <a:pt x="4964" y="3958"/>
                      </a:cubicBezTo>
                      <a:cubicBezTo>
                        <a:pt x="4968" y="3967"/>
                        <a:pt x="4976" y="3973"/>
                        <a:pt x="4986" y="3973"/>
                      </a:cubicBezTo>
                      <a:cubicBezTo>
                        <a:pt x="5000" y="3973"/>
                        <a:pt x="5011" y="3962"/>
                        <a:pt x="5011" y="3948"/>
                      </a:cubicBezTo>
                      <a:cubicBezTo>
                        <a:pt x="5011" y="3934"/>
                        <a:pt x="5000" y="3924"/>
                        <a:pt x="4986" y="3924"/>
                      </a:cubicBezTo>
                      <a:cubicBezTo>
                        <a:pt x="4976" y="3924"/>
                        <a:pt x="4968" y="3929"/>
                        <a:pt x="4964" y="3938"/>
                      </a:cubicBezTo>
                      <a:cubicBezTo>
                        <a:pt x="4581" y="3938"/>
                        <a:pt x="4581" y="3938"/>
                        <a:pt x="4581" y="3938"/>
                      </a:cubicBezTo>
                      <a:cubicBezTo>
                        <a:pt x="4536" y="3983"/>
                        <a:pt x="4536" y="3983"/>
                        <a:pt x="4536" y="3983"/>
                      </a:cubicBezTo>
                      <a:cubicBezTo>
                        <a:pt x="4295" y="3983"/>
                        <a:pt x="4295" y="3983"/>
                        <a:pt x="4295" y="3983"/>
                      </a:cubicBezTo>
                      <a:cubicBezTo>
                        <a:pt x="4258" y="4020"/>
                        <a:pt x="4258" y="4020"/>
                        <a:pt x="4258" y="4020"/>
                      </a:cubicBezTo>
                      <a:cubicBezTo>
                        <a:pt x="4258" y="4048"/>
                        <a:pt x="4258" y="4048"/>
                        <a:pt x="4258" y="4048"/>
                      </a:cubicBezTo>
                      <a:cubicBezTo>
                        <a:pt x="3995" y="4048"/>
                        <a:pt x="3995" y="4048"/>
                        <a:pt x="3995" y="4048"/>
                      </a:cubicBezTo>
                      <a:cubicBezTo>
                        <a:pt x="3995" y="3913"/>
                        <a:pt x="3995" y="3913"/>
                        <a:pt x="3995" y="3913"/>
                      </a:cubicBezTo>
                      <a:cubicBezTo>
                        <a:pt x="4106" y="3801"/>
                        <a:pt x="4106" y="3801"/>
                        <a:pt x="4106" y="3801"/>
                      </a:cubicBezTo>
                      <a:cubicBezTo>
                        <a:pt x="5409" y="3801"/>
                        <a:pt x="5409" y="3801"/>
                        <a:pt x="5409" y="3801"/>
                      </a:cubicBezTo>
                      <a:cubicBezTo>
                        <a:pt x="5568" y="3961"/>
                        <a:pt x="5568" y="3961"/>
                        <a:pt x="5568" y="3961"/>
                      </a:cubicBezTo>
                      <a:cubicBezTo>
                        <a:pt x="6347" y="3961"/>
                        <a:pt x="6347" y="3961"/>
                        <a:pt x="6347" y="3961"/>
                      </a:cubicBezTo>
                      <a:cubicBezTo>
                        <a:pt x="6352" y="3968"/>
                        <a:pt x="6359" y="3973"/>
                        <a:pt x="6368" y="3973"/>
                      </a:cubicBezTo>
                      <a:cubicBezTo>
                        <a:pt x="6382" y="3973"/>
                        <a:pt x="6393" y="3962"/>
                        <a:pt x="6393" y="3948"/>
                      </a:cubicBezTo>
                      <a:cubicBezTo>
                        <a:pt x="6393" y="3934"/>
                        <a:pt x="6382" y="3924"/>
                        <a:pt x="6368" y="3924"/>
                      </a:cubicBezTo>
                      <a:cubicBezTo>
                        <a:pt x="6357" y="3924"/>
                        <a:pt x="6348" y="3931"/>
                        <a:pt x="6345" y="3941"/>
                      </a:cubicBezTo>
                      <a:cubicBezTo>
                        <a:pt x="5576" y="3941"/>
                        <a:pt x="5576" y="3941"/>
                        <a:pt x="5576" y="3941"/>
                      </a:cubicBezTo>
                      <a:cubicBezTo>
                        <a:pt x="5417" y="3781"/>
                        <a:pt x="5417" y="3781"/>
                        <a:pt x="5417" y="3781"/>
                      </a:cubicBezTo>
                      <a:cubicBezTo>
                        <a:pt x="4098" y="3781"/>
                        <a:pt x="4098" y="3781"/>
                        <a:pt x="4098" y="3781"/>
                      </a:cubicBezTo>
                      <a:cubicBezTo>
                        <a:pt x="3975" y="3904"/>
                        <a:pt x="3975" y="3904"/>
                        <a:pt x="3975" y="3904"/>
                      </a:cubicBezTo>
                      <a:cubicBezTo>
                        <a:pt x="3975" y="4048"/>
                        <a:pt x="3975" y="4048"/>
                        <a:pt x="3975" y="4048"/>
                      </a:cubicBezTo>
                      <a:cubicBezTo>
                        <a:pt x="3396" y="4048"/>
                        <a:pt x="3396" y="4048"/>
                        <a:pt x="3396" y="4048"/>
                      </a:cubicBezTo>
                      <a:cubicBezTo>
                        <a:pt x="3396" y="3907"/>
                        <a:pt x="3396" y="3907"/>
                        <a:pt x="3396" y="3907"/>
                      </a:cubicBezTo>
                      <a:cubicBezTo>
                        <a:pt x="3273" y="3784"/>
                        <a:pt x="3273" y="3784"/>
                        <a:pt x="3273" y="3784"/>
                      </a:cubicBezTo>
                      <a:cubicBezTo>
                        <a:pt x="1953" y="3784"/>
                        <a:pt x="1953" y="3784"/>
                        <a:pt x="1953" y="3784"/>
                      </a:cubicBezTo>
                      <a:cubicBezTo>
                        <a:pt x="1794" y="3943"/>
                        <a:pt x="1794" y="3943"/>
                        <a:pt x="1794" y="3943"/>
                      </a:cubicBezTo>
                      <a:cubicBezTo>
                        <a:pt x="1026" y="3943"/>
                        <a:pt x="1026" y="3943"/>
                        <a:pt x="1026" y="3943"/>
                      </a:cubicBezTo>
                      <a:cubicBezTo>
                        <a:pt x="1023" y="3933"/>
                        <a:pt x="1013" y="3926"/>
                        <a:pt x="1002" y="3926"/>
                      </a:cubicBezTo>
                      <a:cubicBezTo>
                        <a:pt x="989" y="3926"/>
                        <a:pt x="978" y="3937"/>
                        <a:pt x="978" y="3951"/>
                      </a:cubicBezTo>
                      <a:cubicBezTo>
                        <a:pt x="978" y="3964"/>
                        <a:pt x="989" y="3975"/>
                        <a:pt x="1002" y="3975"/>
                      </a:cubicBezTo>
                      <a:cubicBezTo>
                        <a:pt x="1011" y="3975"/>
                        <a:pt x="1019" y="3971"/>
                        <a:pt x="1023" y="3963"/>
                      </a:cubicBezTo>
                      <a:cubicBezTo>
                        <a:pt x="1802" y="3963"/>
                        <a:pt x="1802" y="3963"/>
                        <a:pt x="1802" y="3963"/>
                      </a:cubicBezTo>
                      <a:cubicBezTo>
                        <a:pt x="1962" y="3804"/>
                        <a:pt x="1962" y="3804"/>
                        <a:pt x="1962" y="3804"/>
                      </a:cubicBezTo>
                      <a:cubicBezTo>
                        <a:pt x="3265" y="3804"/>
                        <a:pt x="3265" y="3804"/>
                        <a:pt x="3265" y="3804"/>
                      </a:cubicBezTo>
                      <a:cubicBezTo>
                        <a:pt x="3376" y="3915"/>
                        <a:pt x="3376" y="3915"/>
                        <a:pt x="3376" y="3915"/>
                      </a:cubicBezTo>
                      <a:cubicBezTo>
                        <a:pt x="3376" y="4048"/>
                        <a:pt x="3376" y="4048"/>
                        <a:pt x="3376" y="4048"/>
                      </a:cubicBezTo>
                      <a:cubicBezTo>
                        <a:pt x="3113" y="4048"/>
                        <a:pt x="3113" y="4048"/>
                        <a:pt x="3113" y="4048"/>
                      </a:cubicBezTo>
                      <a:cubicBezTo>
                        <a:pt x="3113" y="4023"/>
                        <a:pt x="3113" y="4023"/>
                        <a:pt x="3113" y="4023"/>
                      </a:cubicBezTo>
                      <a:cubicBezTo>
                        <a:pt x="3075" y="3986"/>
                        <a:pt x="3075" y="3986"/>
                        <a:pt x="3075" y="3986"/>
                      </a:cubicBezTo>
                      <a:cubicBezTo>
                        <a:pt x="2834" y="3986"/>
                        <a:pt x="2834" y="3986"/>
                        <a:pt x="2834" y="3986"/>
                      </a:cubicBezTo>
                      <a:cubicBezTo>
                        <a:pt x="2789" y="3941"/>
                        <a:pt x="2789" y="3941"/>
                        <a:pt x="2789" y="3941"/>
                      </a:cubicBezTo>
                      <a:cubicBezTo>
                        <a:pt x="2407" y="3941"/>
                        <a:pt x="2407" y="3941"/>
                        <a:pt x="2407" y="3941"/>
                      </a:cubicBezTo>
                      <a:cubicBezTo>
                        <a:pt x="2403" y="3932"/>
                        <a:pt x="2394" y="3926"/>
                        <a:pt x="2384" y="3926"/>
                      </a:cubicBezTo>
                      <a:cubicBezTo>
                        <a:pt x="2371" y="3926"/>
                        <a:pt x="2360" y="3937"/>
                        <a:pt x="2360" y="3951"/>
                      </a:cubicBezTo>
                      <a:cubicBezTo>
                        <a:pt x="2360" y="3964"/>
                        <a:pt x="2371" y="3975"/>
                        <a:pt x="2384" y="3975"/>
                      </a:cubicBezTo>
                      <a:cubicBezTo>
                        <a:pt x="2394" y="3975"/>
                        <a:pt x="2403" y="3969"/>
                        <a:pt x="2407" y="3961"/>
                      </a:cubicBezTo>
                      <a:cubicBezTo>
                        <a:pt x="2781" y="3961"/>
                        <a:pt x="2781" y="3961"/>
                        <a:pt x="2781" y="3961"/>
                      </a:cubicBezTo>
                      <a:cubicBezTo>
                        <a:pt x="2826" y="4006"/>
                        <a:pt x="2826" y="4006"/>
                        <a:pt x="2826" y="4006"/>
                      </a:cubicBezTo>
                      <a:cubicBezTo>
                        <a:pt x="3067" y="4006"/>
                        <a:pt x="3067" y="4006"/>
                        <a:pt x="3067" y="4006"/>
                      </a:cubicBezTo>
                      <a:cubicBezTo>
                        <a:pt x="3093" y="4031"/>
                        <a:pt x="3093" y="4031"/>
                        <a:pt x="3093" y="4031"/>
                      </a:cubicBezTo>
                      <a:cubicBezTo>
                        <a:pt x="3093" y="4048"/>
                        <a:pt x="3093" y="4048"/>
                        <a:pt x="3093" y="4048"/>
                      </a:cubicBezTo>
                      <a:cubicBezTo>
                        <a:pt x="206" y="4048"/>
                        <a:pt x="206" y="4048"/>
                        <a:pt x="206" y="4048"/>
                      </a:cubicBezTo>
                      <a:cubicBezTo>
                        <a:pt x="206" y="3426"/>
                        <a:pt x="206" y="3426"/>
                        <a:pt x="206" y="3426"/>
                      </a:cubicBezTo>
                      <a:cubicBezTo>
                        <a:pt x="273" y="3426"/>
                        <a:pt x="273" y="3426"/>
                        <a:pt x="273" y="3426"/>
                      </a:cubicBezTo>
                      <a:cubicBezTo>
                        <a:pt x="362" y="3515"/>
                        <a:pt x="362" y="3515"/>
                        <a:pt x="362" y="3515"/>
                      </a:cubicBezTo>
                      <a:cubicBezTo>
                        <a:pt x="362" y="3568"/>
                        <a:pt x="362" y="3568"/>
                        <a:pt x="362" y="3568"/>
                      </a:cubicBezTo>
                      <a:cubicBezTo>
                        <a:pt x="352" y="3571"/>
                        <a:pt x="345" y="3581"/>
                        <a:pt x="345" y="3591"/>
                      </a:cubicBezTo>
                      <a:cubicBezTo>
                        <a:pt x="345" y="3605"/>
                        <a:pt x="356" y="3616"/>
                        <a:pt x="370" y="3616"/>
                      </a:cubicBezTo>
                      <a:cubicBezTo>
                        <a:pt x="383" y="3616"/>
                        <a:pt x="394" y="3605"/>
                        <a:pt x="394" y="3591"/>
                      </a:cubicBezTo>
                      <a:cubicBezTo>
                        <a:pt x="394" y="3582"/>
                        <a:pt x="389" y="3574"/>
                        <a:pt x="382" y="3570"/>
                      </a:cubicBezTo>
                      <a:cubicBezTo>
                        <a:pt x="382" y="3506"/>
                        <a:pt x="382" y="3506"/>
                        <a:pt x="382" y="3506"/>
                      </a:cubicBezTo>
                      <a:cubicBezTo>
                        <a:pt x="281" y="3406"/>
                        <a:pt x="281" y="3406"/>
                        <a:pt x="281" y="3406"/>
                      </a:cubicBezTo>
                      <a:cubicBezTo>
                        <a:pt x="206" y="3406"/>
                        <a:pt x="206" y="3406"/>
                        <a:pt x="206" y="3406"/>
                      </a:cubicBezTo>
                      <a:cubicBezTo>
                        <a:pt x="206" y="2243"/>
                        <a:pt x="206" y="2243"/>
                        <a:pt x="206" y="2243"/>
                      </a:cubicBezTo>
                      <a:cubicBezTo>
                        <a:pt x="281" y="2243"/>
                        <a:pt x="281" y="2243"/>
                        <a:pt x="281" y="2243"/>
                      </a:cubicBezTo>
                      <a:cubicBezTo>
                        <a:pt x="369" y="2331"/>
                        <a:pt x="369" y="2331"/>
                        <a:pt x="369" y="2331"/>
                      </a:cubicBezTo>
                      <a:cubicBezTo>
                        <a:pt x="369" y="2566"/>
                        <a:pt x="369" y="2566"/>
                        <a:pt x="369" y="2566"/>
                      </a:cubicBezTo>
                      <a:cubicBezTo>
                        <a:pt x="361" y="2570"/>
                        <a:pt x="355" y="2579"/>
                        <a:pt x="355" y="2588"/>
                      </a:cubicBezTo>
                      <a:cubicBezTo>
                        <a:pt x="355" y="2602"/>
                        <a:pt x="366" y="2613"/>
                        <a:pt x="379" y="2613"/>
                      </a:cubicBezTo>
                      <a:cubicBezTo>
                        <a:pt x="393" y="2613"/>
                        <a:pt x="404" y="2602"/>
                        <a:pt x="404" y="2588"/>
                      </a:cubicBezTo>
                      <a:cubicBezTo>
                        <a:pt x="404" y="2579"/>
                        <a:pt x="398" y="2570"/>
                        <a:pt x="389" y="2566"/>
                      </a:cubicBezTo>
                      <a:cubicBezTo>
                        <a:pt x="389" y="2323"/>
                        <a:pt x="389" y="2323"/>
                        <a:pt x="389" y="2323"/>
                      </a:cubicBezTo>
                      <a:cubicBezTo>
                        <a:pt x="290" y="2223"/>
                        <a:pt x="290" y="2223"/>
                        <a:pt x="290" y="2223"/>
                      </a:cubicBezTo>
                      <a:cubicBezTo>
                        <a:pt x="206" y="2223"/>
                        <a:pt x="206" y="2223"/>
                        <a:pt x="206" y="2223"/>
                      </a:cubicBezTo>
                      <a:cubicBezTo>
                        <a:pt x="206" y="2139"/>
                        <a:pt x="206" y="2139"/>
                        <a:pt x="206" y="2139"/>
                      </a:cubicBezTo>
                      <a:cubicBezTo>
                        <a:pt x="320" y="2139"/>
                        <a:pt x="320" y="2139"/>
                        <a:pt x="320" y="2139"/>
                      </a:cubicBezTo>
                      <a:cubicBezTo>
                        <a:pt x="324" y="2147"/>
                        <a:pt x="332" y="2153"/>
                        <a:pt x="342" y="2153"/>
                      </a:cubicBezTo>
                      <a:cubicBezTo>
                        <a:pt x="356" y="2153"/>
                        <a:pt x="367" y="2142"/>
                        <a:pt x="367" y="2129"/>
                      </a:cubicBezTo>
                      <a:cubicBezTo>
                        <a:pt x="367" y="2115"/>
                        <a:pt x="356" y="2104"/>
                        <a:pt x="342" y="2104"/>
                      </a:cubicBezTo>
                      <a:cubicBezTo>
                        <a:pt x="332" y="2104"/>
                        <a:pt x="324" y="2110"/>
                        <a:pt x="320" y="2119"/>
                      </a:cubicBezTo>
                      <a:cubicBezTo>
                        <a:pt x="206" y="2119"/>
                        <a:pt x="206" y="2119"/>
                        <a:pt x="206" y="2119"/>
                      </a:cubicBezTo>
                      <a:cubicBezTo>
                        <a:pt x="206" y="1948"/>
                        <a:pt x="206" y="1948"/>
                        <a:pt x="206" y="1948"/>
                      </a:cubicBezTo>
                      <a:cubicBezTo>
                        <a:pt x="321" y="1948"/>
                        <a:pt x="321" y="1948"/>
                        <a:pt x="321" y="1948"/>
                      </a:cubicBezTo>
                      <a:cubicBezTo>
                        <a:pt x="324" y="1957"/>
                        <a:pt x="333" y="1963"/>
                        <a:pt x="343" y="1963"/>
                      </a:cubicBezTo>
                      <a:cubicBezTo>
                        <a:pt x="356" y="1963"/>
                        <a:pt x="367" y="1952"/>
                        <a:pt x="367" y="1938"/>
                      </a:cubicBezTo>
                      <a:cubicBezTo>
                        <a:pt x="367" y="1925"/>
                        <a:pt x="356" y="1914"/>
                        <a:pt x="343" y="1914"/>
                      </a:cubicBezTo>
                      <a:cubicBezTo>
                        <a:pt x="333" y="1914"/>
                        <a:pt x="324" y="1920"/>
                        <a:pt x="321" y="1928"/>
                      </a:cubicBezTo>
                      <a:cubicBezTo>
                        <a:pt x="206" y="1928"/>
                        <a:pt x="206" y="1928"/>
                        <a:pt x="206" y="1928"/>
                      </a:cubicBezTo>
                      <a:cubicBezTo>
                        <a:pt x="206" y="1844"/>
                        <a:pt x="206" y="1844"/>
                        <a:pt x="206" y="1844"/>
                      </a:cubicBezTo>
                      <a:cubicBezTo>
                        <a:pt x="290" y="1844"/>
                        <a:pt x="290" y="1844"/>
                        <a:pt x="290" y="1844"/>
                      </a:cubicBezTo>
                      <a:cubicBezTo>
                        <a:pt x="390" y="1744"/>
                        <a:pt x="390" y="1744"/>
                        <a:pt x="390" y="1744"/>
                      </a:cubicBezTo>
                      <a:cubicBezTo>
                        <a:pt x="390" y="1501"/>
                        <a:pt x="390" y="1501"/>
                        <a:pt x="390" y="1501"/>
                      </a:cubicBezTo>
                      <a:cubicBezTo>
                        <a:pt x="398" y="1497"/>
                        <a:pt x="404" y="1489"/>
                        <a:pt x="404" y="1479"/>
                      </a:cubicBezTo>
                      <a:cubicBezTo>
                        <a:pt x="404" y="1465"/>
                        <a:pt x="393" y="1454"/>
                        <a:pt x="380" y="1454"/>
                      </a:cubicBezTo>
                      <a:cubicBezTo>
                        <a:pt x="366" y="1454"/>
                        <a:pt x="355" y="1465"/>
                        <a:pt x="355" y="1479"/>
                      </a:cubicBezTo>
                      <a:cubicBezTo>
                        <a:pt x="355" y="1489"/>
                        <a:pt x="361" y="1497"/>
                        <a:pt x="370" y="1501"/>
                      </a:cubicBezTo>
                      <a:cubicBezTo>
                        <a:pt x="370" y="1736"/>
                        <a:pt x="370" y="1736"/>
                        <a:pt x="370" y="1736"/>
                      </a:cubicBezTo>
                      <a:cubicBezTo>
                        <a:pt x="282" y="1824"/>
                        <a:pt x="282" y="1824"/>
                        <a:pt x="282" y="1824"/>
                      </a:cubicBezTo>
                      <a:cubicBezTo>
                        <a:pt x="206" y="1824"/>
                        <a:pt x="206" y="1824"/>
                        <a:pt x="206" y="1824"/>
                      </a:cubicBezTo>
                      <a:cubicBezTo>
                        <a:pt x="206" y="661"/>
                        <a:pt x="206" y="661"/>
                        <a:pt x="206" y="661"/>
                      </a:cubicBezTo>
                      <a:cubicBezTo>
                        <a:pt x="282" y="661"/>
                        <a:pt x="282" y="661"/>
                        <a:pt x="282" y="661"/>
                      </a:cubicBezTo>
                      <a:cubicBezTo>
                        <a:pt x="383" y="561"/>
                        <a:pt x="383" y="561"/>
                        <a:pt x="383" y="561"/>
                      </a:cubicBezTo>
                      <a:cubicBezTo>
                        <a:pt x="383" y="497"/>
                        <a:pt x="383" y="497"/>
                        <a:pt x="383" y="497"/>
                      </a:cubicBezTo>
                      <a:cubicBezTo>
                        <a:pt x="390" y="493"/>
                        <a:pt x="395" y="485"/>
                        <a:pt x="395" y="476"/>
                      </a:cubicBezTo>
                      <a:cubicBezTo>
                        <a:pt x="395" y="462"/>
                        <a:pt x="384" y="451"/>
                        <a:pt x="370" y="451"/>
                      </a:cubicBezTo>
                      <a:cubicBezTo>
                        <a:pt x="357" y="451"/>
                        <a:pt x="346" y="462"/>
                        <a:pt x="346" y="476"/>
                      </a:cubicBezTo>
                      <a:cubicBezTo>
                        <a:pt x="346" y="487"/>
                        <a:pt x="353" y="496"/>
                        <a:pt x="363" y="499"/>
                      </a:cubicBezTo>
                      <a:cubicBezTo>
                        <a:pt x="363" y="552"/>
                        <a:pt x="363" y="552"/>
                        <a:pt x="363" y="552"/>
                      </a:cubicBezTo>
                      <a:cubicBezTo>
                        <a:pt x="274" y="641"/>
                        <a:pt x="274" y="641"/>
                        <a:pt x="274" y="641"/>
                      </a:cubicBezTo>
                      <a:cubicBezTo>
                        <a:pt x="206" y="641"/>
                        <a:pt x="206" y="641"/>
                        <a:pt x="206" y="641"/>
                      </a:cubicBezTo>
                      <a:cubicBezTo>
                        <a:pt x="206" y="29"/>
                        <a:pt x="206" y="29"/>
                        <a:pt x="206" y="29"/>
                      </a:cubicBezTo>
                      <a:cubicBezTo>
                        <a:pt x="3094" y="25"/>
                        <a:pt x="3094" y="25"/>
                        <a:pt x="3094" y="25"/>
                      </a:cubicBezTo>
                      <a:cubicBezTo>
                        <a:pt x="3094" y="53"/>
                        <a:pt x="3094" y="53"/>
                        <a:pt x="3094" y="53"/>
                      </a:cubicBezTo>
                      <a:cubicBezTo>
                        <a:pt x="3071" y="76"/>
                        <a:pt x="3071" y="76"/>
                        <a:pt x="3071" y="76"/>
                      </a:cubicBezTo>
                      <a:cubicBezTo>
                        <a:pt x="2818" y="76"/>
                        <a:pt x="2818" y="76"/>
                        <a:pt x="2818" y="76"/>
                      </a:cubicBezTo>
                      <a:cubicBezTo>
                        <a:pt x="2767" y="127"/>
                        <a:pt x="2767" y="127"/>
                        <a:pt x="2767" y="127"/>
                      </a:cubicBezTo>
                      <a:cubicBezTo>
                        <a:pt x="2408" y="127"/>
                        <a:pt x="2408" y="127"/>
                        <a:pt x="2408" y="127"/>
                      </a:cubicBezTo>
                      <a:cubicBezTo>
                        <a:pt x="2404" y="118"/>
                        <a:pt x="2396" y="112"/>
                        <a:pt x="2386" y="112"/>
                      </a:cubicBezTo>
                      <a:cubicBezTo>
                        <a:pt x="2372" y="112"/>
                        <a:pt x="2361" y="123"/>
                        <a:pt x="2361" y="137"/>
                      </a:cubicBezTo>
                      <a:cubicBezTo>
                        <a:pt x="2361" y="150"/>
                        <a:pt x="2372" y="161"/>
                        <a:pt x="2386" y="161"/>
                      </a:cubicBezTo>
                      <a:cubicBezTo>
                        <a:pt x="2396" y="161"/>
                        <a:pt x="2404" y="155"/>
                        <a:pt x="2408" y="147"/>
                      </a:cubicBezTo>
                      <a:cubicBezTo>
                        <a:pt x="2775" y="147"/>
                        <a:pt x="2775" y="147"/>
                        <a:pt x="2775" y="147"/>
                      </a:cubicBezTo>
                      <a:cubicBezTo>
                        <a:pt x="2826" y="96"/>
                        <a:pt x="2826" y="96"/>
                        <a:pt x="2826" y="96"/>
                      </a:cubicBezTo>
                      <a:cubicBezTo>
                        <a:pt x="3079" y="96"/>
                        <a:pt x="3079" y="96"/>
                        <a:pt x="3079" y="96"/>
                      </a:cubicBezTo>
                      <a:cubicBezTo>
                        <a:pt x="3114" y="61"/>
                        <a:pt x="3114" y="61"/>
                        <a:pt x="3114" y="61"/>
                      </a:cubicBezTo>
                      <a:cubicBezTo>
                        <a:pt x="3114" y="25"/>
                        <a:pt x="3114" y="25"/>
                        <a:pt x="3114" y="25"/>
                      </a:cubicBezTo>
                      <a:cubicBezTo>
                        <a:pt x="3394" y="25"/>
                        <a:pt x="3394" y="25"/>
                        <a:pt x="3394" y="25"/>
                      </a:cubicBezTo>
                      <a:cubicBezTo>
                        <a:pt x="3394" y="171"/>
                        <a:pt x="3394" y="171"/>
                        <a:pt x="3394" y="171"/>
                      </a:cubicBezTo>
                      <a:cubicBezTo>
                        <a:pt x="3272" y="278"/>
                        <a:pt x="3272" y="278"/>
                        <a:pt x="3272" y="278"/>
                      </a:cubicBezTo>
                      <a:cubicBezTo>
                        <a:pt x="1998" y="278"/>
                        <a:pt x="1998" y="278"/>
                        <a:pt x="1998" y="278"/>
                      </a:cubicBezTo>
                      <a:cubicBezTo>
                        <a:pt x="1813" y="120"/>
                        <a:pt x="1813" y="120"/>
                        <a:pt x="1813" y="120"/>
                      </a:cubicBezTo>
                      <a:cubicBezTo>
                        <a:pt x="1027" y="120"/>
                        <a:pt x="1027" y="120"/>
                        <a:pt x="1027" y="120"/>
                      </a:cubicBezTo>
                      <a:cubicBezTo>
                        <a:pt x="1027" y="126"/>
                        <a:pt x="1027" y="126"/>
                        <a:pt x="1027" y="126"/>
                      </a:cubicBezTo>
                      <a:cubicBezTo>
                        <a:pt x="1027" y="113"/>
                        <a:pt x="1016" y="102"/>
                        <a:pt x="1002" y="102"/>
                      </a:cubicBezTo>
                      <a:cubicBezTo>
                        <a:pt x="989" y="102"/>
                        <a:pt x="978" y="113"/>
                        <a:pt x="978" y="126"/>
                      </a:cubicBezTo>
                      <a:cubicBezTo>
                        <a:pt x="978" y="140"/>
                        <a:pt x="989" y="151"/>
                        <a:pt x="1002" y="151"/>
                      </a:cubicBezTo>
                      <a:cubicBezTo>
                        <a:pt x="1016" y="151"/>
                        <a:pt x="1027" y="140"/>
                        <a:pt x="1027" y="126"/>
                      </a:cubicBezTo>
                      <a:cubicBezTo>
                        <a:pt x="1027" y="140"/>
                        <a:pt x="1027" y="140"/>
                        <a:pt x="1027" y="140"/>
                      </a:cubicBezTo>
                      <a:cubicBezTo>
                        <a:pt x="1805" y="140"/>
                        <a:pt x="1805" y="140"/>
                        <a:pt x="1805" y="140"/>
                      </a:cubicBezTo>
                      <a:cubicBezTo>
                        <a:pt x="1991" y="298"/>
                        <a:pt x="1991" y="298"/>
                        <a:pt x="1991" y="298"/>
                      </a:cubicBezTo>
                      <a:cubicBezTo>
                        <a:pt x="3279" y="298"/>
                        <a:pt x="3279" y="298"/>
                        <a:pt x="3279" y="298"/>
                      </a:cubicBezTo>
                      <a:cubicBezTo>
                        <a:pt x="3414" y="180"/>
                        <a:pt x="3414" y="180"/>
                        <a:pt x="3414" y="180"/>
                      </a:cubicBezTo>
                      <a:cubicBezTo>
                        <a:pt x="3414" y="25"/>
                        <a:pt x="3414" y="25"/>
                        <a:pt x="3414" y="25"/>
                      </a:cubicBezTo>
                      <a:cubicBezTo>
                        <a:pt x="3573" y="25"/>
                        <a:pt x="3573" y="25"/>
                        <a:pt x="3573" y="25"/>
                      </a:cubicBezTo>
                      <a:cubicBezTo>
                        <a:pt x="3573" y="158"/>
                        <a:pt x="3573" y="158"/>
                        <a:pt x="3573" y="158"/>
                      </a:cubicBezTo>
                      <a:cubicBezTo>
                        <a:pt x="3564" y="162"/>
                        <a:pt x="3558" y="171"/>
                        <a:pt x="3558" y="181"/>
                      </a:cubicBezTo>
                      <a:cubicBezTo>
                        <a:pt x="3558" y="194"/>
                        <a:pt x="3569" y="205"/>
                        <a:pt x="3583" y="205"/>
                      </a:cubicBezTo>
                      <a:cubicBezTo>
                        <a:pt x="3596" y="205"/>
                        <a:pt x="3607" y="194"/>
                        <a:pt x="3607" y="181"/>
                      </a:cubicBezTo>
                      <a:cubicBezTo>
                        <a:pt x="3607" y="171"/>
                        <a:pt x="3601" y="162"/>
                        <a:pt x="3593" y="158"/>
                      </a:cubicBezTo>
                      <a:cubicBezTo>
                        <a:pt x="3593" y="25"/>
                        <a:pt x="3593" y="25"/>
                        <a:pt x="3593" y="25"/>
                      </a:cubicBezTo>
                      <a:cubicBezTo>
                        <a:pt x="3778" y="24"/>
                        <a:pt x="3778" y="24"/>
                        <a:pt x="3778" y="24"/>
                      </a:cubicBezTo>
                      <a:cubicBezTo>
                        <a:pt x="3778" y="150"/>
                        <a:pt x="3778" y="150"/>
                        <a:pt x="3778" y="150"/>
                      </a:cubicBezTo>
                      <a:cubicBezTo>
                        <a:pt x="3769" y="154"/>
                        <a:pt x="3763" y="163"/>
                        <a:pt x="3763" y="173"/>
                      </a:cubicBezTo>
                      <a:cubicBezTo>
                        <a:pt x="3763" y="186"/>
                        <a:pt x="3774" y="197"/>
                        <a:pt x="3788" y="197"/>
                      </a:cubicBezTo>
                      <a:cubicBezTo>
                        <a:pt x="3801" y="197"/>
                        <a:pt x="3812" y="186"/>
                        <a:pt x="3812" y="173"/>
                      </a:cubicBezTo>
                      <a:cubicBezTo>
                        <a:pt x="3812" y="163"/>
                        <a:pt x="3806" y="154"/>
                        <a:pt x="3798" y="150"/>
                      </a:cubicBezTo>
                      <a:cubicBezTo>
                        <a:pt x="3798" y="24"/>
                        <a:pt x="3798" y="24"/>
                        <a:pt x="3798" y="24"/>
                      </a:cubicBezTo>
                      <a:cubicBezTo>
                        <a:pt x="3956" y="24"/>
                        <a:pt x="3956" y="24"/>
                        <a:pt x="3956" y="24"/>
                      </a:cubicBezTo>
                      <a:cubicBezTo>
                        <a:pt x="3956" y="172"/>
                        <a:pt x="3956" y="172"/>
                        <a:pt x="3956" y="172"/>
                      </a:cubicBezTo>
                      <a:cubicBezTo>
                        <a:pt x="4091" y="290"/>
                        <a:pt x="4091" y="290"/>
                        <a:pt x="4091" y="290"/>
                      </a:cubicBezTo>
                      <a:cubicBezTo>
                        <a:pt x="5379" y="290"/>
                        <a:pt x="5379" y="290"/>
                        <a:pt x="5379" y="290"/>
                      </a:cubicBezTo>
                      <a:cubicBezTo>
                        <a:pt x="5565" y="133"/>
                        <a:pt x="5565" y="133"/>
                        <a:pt x="5565" y="133"/>
                      </a:cubicBezTo>
                      <a:cubicBezTo>
                        <a:pt x="6344" y="133"/>
                        <a:pt x="6344" y="133"/>
                        <a:pt x="6344" y="133"/>
                      </a:cubicBezTo>
                      <a:cubicBezTo>
                        <a:pt x="6344" y="119"/>
                        <a:pt x="6344" y="119"/>
                        <a:pt x="6344" y="119"/>
                      </a:cubicBezTo>
                      <a:cubicBezTo>
                        <a:pt x="6344" y="132"/>
                        <a:pt x="6355" y="143"/>
                        <a:pt x="6368" y="143"/>
                      </a:cubicBezTo>
                      <a:cubicBezTo>
                        <a:pt x="6382" y="143"/>
                        <a:pt x="6393" y="132"/>
                        <a:pt x="6393" y="119"/>
                      </a:cubicBezTo>
                      <a:cubicBezTo>
                        <a:pt x="6393" y="105"/>
                        <a:pt x="6382" y="94"/>
                        <a:pt x="6368" y="94"/>
                      </a:cubicBezTo>
                      <a:cubicBezTo>
                        <a:pt x="6355" y="94"/>
                        <a:pt x="6344" y="105"/>
                        <a:pt x="6344" y="119"/>
                      </a:cubicBezTo>
                      <a:cubicBezTo>
                        <a:pt x="6344" y="113"/>
                        <a:pt x="6344" y="113"/>
                        <a:pt x="6344" y="113"/>
                      </a:cubicBezTo>
                      <a:cubicBezTo>
                        <a:pt x="5558" y="113"/>
                        <a:pt x="5558" y="113"/>
                        <a:pt x="5558" y="113"/>
                      </a:cubicBezTo>
                      <a:cubicBezTo>
                        <a:pt x="5372" y="270"/>
                        <a:pt x="5372" y="270"/>
                        <a:pt x="5372" y="270"/>
                      </a:cubicBezTo>
                      <a:cubicBezTo>
                        <a:pt x="4099" y="270"/>
                        <a:pt x="4099" y="270"/>
                        <a:pt x="4099" y="270"/>
                      </a:cubicBezTo>
                      <a:cubicBezTo>
                        <a:pt x="3976" y="163"/>
                        <a:pt x="3976" y="163"/>
                        <a:pt x="3976" y="163"/>
                      </a:cubicBezTo>
                      <a:cubicBezTo>
                        <a:pt x="3976" y="24"/>
                        <a:pt x="3976" y="24"/>
                        <a:pt x="3976" y="24"/>
                      </a:cubicBezTo>
                      <a:cubicBezTo>
                        <a:pt x="4257" y="24"/>
                        <a:pt x="4257" y="24"/>
                        <a:pt x="4257" y="24"/>
                      </a:cubicBezTo>
                      <a:cubicBezTo>
                        <a:pt x="4257" y="53"/>
                        <a:pt x="4257" y="53"/>
                        <a:pt x="4257" y="53"/>
                      </a:cubicBezTo>
                      <a:cubicBezTo>
                        <a:pt x="4291" y="88"/>
                        <a:pt x="4291" y="88"/>
                        <a:pt x="4291" y="88"/>
                      </a:cubicBezTo>
                      <a:cubicBezTo>
                        <a:pt x="4544" y="88"/>
                        <a:pt x="4544" y="88"/>
                        <a:pt x="4544" y="88"/>
                      </a:cubicBezTo>
                      <a:cubicBezTo>
                        <a:pt x="4595" y="139"/>
                        <a:pt x="4595" y="139"/>
                        <a:pt x="4595" y="139"/>
                      </a:cubicBezTo>
                      <a:cubicBezTo>
                        <a:pt x="4962" y="139"/>
                        <a:pt x="4962" y="139"/>
                        <a:pt x="4962" y="139"/>
                      </a:cubicBezTo>
                      <a:cubicBezTo>
                        <a:pt x="4966" y="147"/>
                        <a:pt x="4975" y="153"/>
                        <a:pt x="4984" y="153"/>
                      </a:cubicBezTo>
                      <a:cubicBezTo>
                        <a:pt x="4998" y="153"/>
                        <a:pt x="5009" y="142"/>
                        <a:pt x="5009" y="129"/>
                      </a:cubicBezTo>
                      <a:cubicBezTo>
                        <a:pt x="5009" y="115"/>
                        <a:pt x="4998" y="104"/>
                        <a:pt x="4984" y="104"/>
                      </a:cubicBezTo>
                      <a:cubicBezTo>
                        <a:pt x="4975" y="104"/>
                        <a:pt x="4966" y="110"/>
                        <a:pt x="4962" y="119"/>
                      </a:cubicBezTo>
                      <a:cubicBezTo>
                        <a:pt x="4604" y="119"/>
                        <a:pt x="4604" y="119"/>
                        <a:pt x="4604" y="119"/>
                      </a:cubicBezTo>
                      <a:cubicBezTo>
                        <a:pt x="4553" y="68"/>
                        <a:pt x="4553" y="68"/>
                        <a:pt x="4553" y="68"/>
                      </a:cubicBezTo>
                      <a:cubicBezTo>
                        <a:pt x="4299" y="68"/>
                        <a:pt x="4299" y="68"/>
                        <a:pt x="4299" y="68"/>
                      </a:cubicBezTo>
                      <a:cubicBezTo>
                        <a:pt x="4277" y="45"/>
                        <a:pt x="4277" y="45"/>
                        <a:pt x="4277" y="45"/>
                      </a:cubicBezTo>
                      <a:cubicBezTo>
                        <a:pt x="4277" y="24"/>
                        <a:pt x="4277" y="24"/>
                        <a:pt x="4277" y="24"/>
                      </a:cubicBezTo>
                      <a:cubicBezTo>
                        <a:pt x="6979" y="20"/>
                        <a:pt x="6979" y="20"/>
                        <a:pt x="6979" y="20"/>
                      </a:cubicBezTo>
                      <a:cubicBezTo>
                        <a:pt x="7163" y="247"/>
                        <a:pt x="7163" y="247"/>
                        <a:pt x="7163" y="247"/>
                      </a:cubicBezTo>
                      <a:lnTo>
                        <a:pt x="7163" y="629"/>
                      </a:lnTo>
                      <a:close/>
                    </a:path>
                  </a:pathLst>
                </a:custGeom>
                <a:solidFill>
                  <a:srgbClr val="F5FCF9">
                    <a:alpha val="3608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0" name="Google Shape;3240;p27"/>
          <p:cNvPicPr preferRelativeResize="0"/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>
            <a:off x="480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1" name="Google Shape;3241;p27"/>
          <p:cNvGrpSpPr/>
          <p:nvPr/>
        </p:nvGrpSpPr>
        <p:grpSpPr>
          <a:xfrm>
            <a:off x="222558" y="144464"/>
            <a:ext cx="8698884" cy="5140446"/>
            <a:chOff x="222558" y="144464"/>
            <a:chExt cx="8698884" cy="5140446"/>
          </a:xfrm>
        </p:grpSpPr>
        <p:grpSp>
          <p:nvGrpSpPr>
            <p:cNvPr id="3242" name="Google Shape;3242;p27"/>
            <p:cNvGrpSpPr/>
            <p:nvPr/>
          </p:nvGrpSpPr>
          <p:grpSpPr>
            <a:xfrm rot="-5400000">
              <a:off x="5880085" y="2734232"/>
              <a:ext cx="285875" cy="4815482"/>
              <a:chOff x="8931625" y="104376"/>
              <a:chExt cx="285875" cy="4868057"/>
            </a:xfrm>
          </p:grpSpPr>
          <p:sp>
            <p:nvSpPr>
              <p:cNvPr id="3243" name="Google Shape;3243;p27"/>
              <p:cNvSpPr/>
              <p:nvPr/>
            </p:nvSpPr>
            <p:spPr>
              <a:xfrm>
                <a:off x="8931625" y="10437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27"/>
              <p:cNvSpPr/>
              <p:nvPr/>
            </p:nvSpPr>
            <p:spPr>
              <a:xfrm>
                <a:off x="8931625" y="172828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27"/>
              <p:cNvSpPr/>
              <p:nvPr/>
            </p:nvSpPr>
            <p:spPr>
              <a:xfrm>
                <a:off x="8931625" y="23322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27"/>
              <p:cNvSpPr/>
              <p:nvPr/>
            </p:nvSpPr>
            <p:spPr>
              <a:xfrm>
                <a:off x="8931625" y="29362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7" name="Google Shape;3247;p27"/>
              <p:cNvSpPr/>
              <p:nvPr/>
            </p:nvSpPr>
            <p:spPr>
              <a:xfrm>
                <a:off x="8931625" y="36207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27"/>
              <p:cNvSpPr/>
              <p:nvPr/>
            </p:nvSpPr>
            <p:spPr>
              <a:xfrm>
                <a:off x="8931625" y="42247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27"/>
              <p:cNvSpPr/>
              <p:nvPr/>
            </p:nvSpPr>
            <p:spPr>
              <a:xfrm>
                <a:off x="8931625" y="48286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27"/>
              <p:cNvSpPr/>
              <p:nvPr/>
            </p:nvSpPr>
            <p:spPr>
              <a:xfrm>
                <a:off x="8931625" y="55132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27"/>
              <p:cNvSpPr/>
              <p:nvPr/>
            </p:nvSpPr>
            <p:spPr>
              <a:xfrm>
                <a:off x="8931625" y="61171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27"/>
              <p:cNvSpPr/>
              <p:nvPr/>
            </p:nvSpPr>
            <p:spPr>
              <a:xfrm>
                <a:off x="8931625" y="67614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27"/>
              <p:cNvSpPr/>
              <p:nvPr/>
            </p:nvSpPr>
            <p:spPr>
              <a:xfrm>
                <a:off x="8931625" y="74056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27"/>
              <p:cNvSpPr/>
              <p:nvPr/>
            </p:nvSpPr>
            <p:spPr>
              <a:xfrm>
                <a:off x="8931625" y="80096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27"/>
              <p:cNvSpPr/>
              <p:nvPr/>
            </p:nvSpPr>
            <p:spPr>
              <a:xfrm>
                <a:off x="8931625" y="86538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6" name="Google Shape;3256;p27"/>
              <p:cNvSpPr/>
              <p:nvPr/>
            </p:nvSpPr>
            <p:spPr>
              <a:xfrm>
                <a:off x="8931625" y="92981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27"/>
              <p:cNvSpPr/>
              <p:nvPr/>
            </p:nvSpPr>
            <p:spPr>
              <a:xfrm>
                <a:off x="8931625" y="994237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27"/>
              <p:cNvSpPr/>
              <p:nvPr/>
            </p:nvSpPr>
            <p:spPr>
              <a:xfrm>
                <a:off x="8931625" y="105463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27"/>
              <p:cNvSpPr/>
              <p:nvPr/>
            </p:nvSpPr>
            <p:spPr>
              <a:xfrm>
                <a:off x="8931625" y="111905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27"/>
              <p:cNvSpPr/>
              <p:nvPr/>
            </p:nvSpPr>
            <p:spPr>
              <a:xfrm>
                <a:off x="8931625" y="118348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27"/>
              <p:cNvSpPr/>
              <p:nvPr/>
            </p:nvSpPr>
            <p:spPr>
              <a:xfrm>
                <a:off x="8931625" y="124388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27"/>
              <p:cNvSpPr/>
              <p:nvPr/>
            </p:nvSpPr>
            <p:spPr>
              <a:xfrm>
                <a:off x="8931625" y="1312330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3" name="Google Shape;3263;p27"/>
              <p:cNvSpPr/>
              <p:nvPr/>
            </p:nvSpPr>
            <p:spPr>
              <a:xfrm>
                <a:off x="8931625" y="137272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4" name="Google Shape;3264;p27"/>
              <p:cNvSpPr/>
              <p:nvPr/>
            </p:nvSpPr>
            <p:spPr>
              <a:xfrm>
                <a:off x="8931625" y="143312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27"/>
              <p:cNvSpPr/>
              <p:nvPr/>
            </p:nvSpPr>
            <p:spPr>
              <a:xfrm>
                <a:off x="8931625" y="150157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27"/>
              <p:cNvSpPr/>
              <p:nvPr/>
            </p:nvSpPr>
            <p:spPr>
              <a:xfrm>
                <a:off x="8931625" y="156197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27"/>
              <p:cNvSpPr/>
              <p:nvPr/>
            </p:nvSpPr>
            <p:spPr>
              <a:xfrm>
                <a:off x="8931625" y="162237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27"/>
              <p:cNvSpPr/>
              <p:nvPr/>
            </p:nvSpPr>
            <p:spPr>
              <a:xfrm>
                <a:off x="8931625" y="169082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27"/>
              <p:cNvSpPr/>
              <p:nvPr/>
            </p:nvSpPr>
            <p:spPr>
              <a:xfrm>
                <a:off x="8931625" y="175122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27"/>
              <p:cNvSpPr/>
              <p:nvPr/>
            </p:nvSpPr>
            <p:spPr>
              <a:xfrm>
                <a:off x="8931625" y="181564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27"/>
              <p:cNvSpPr/>
              <p:nvPr/>
            </p:nvSpPr>
            <p:spPr>
              <a:xfrm>
                <a:off x="8931625" y="188006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27"/>
              <p:cNvSpPr/>
              <p:nvPr/>
            </p:nvSpPr>
            <p:spPr>
              <a:xfrm>
                <a:off x="8931625" y="194046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27"/>
              <p:cNvSpPr/>
              <p:nvPr/>
            </p:nvSpPr>
            <p:spPr>
              <a:xfrm>
                <a:off x="8931625" y="200489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27"/>
              <p:cNvSpPr/>
              <p:nvPr/>
            </p:nvSpPr>
            <p:spPr>
              <a:xfrm>
                <a:off x="8931625" y="206931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27"/>
              <p:cNvSpPr/>
              <p:nvPr/>
            </p:nvSpPr>
            <p:spPr>
              <a:xfrm>
                <a:off x="8931625" y="213373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27"/>
              <p:cNvSpPr/>
              <p:nvPr/>
            </p:nvSpPr>
            <p:spPr>
              <a:xfrm>
                <a:off x="8931625" y="219413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27"/>
              <p:cNvSpPr/>
              <p:nvPr/>
            </p:nvSpPr>
            <p:spPr>
              <a:xfrm>
                <a:off x="8931625" y="225856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27"/>
              <p:cNvSpPr/>
              <p:nvPr/>
            </p:nvSpPr>
            <p:spPr>
              <a:xfrm>
                <a:off x="8931625" y="232298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27"/>
              <p:cNvSpPr/>
              <p:nvPr/>
            </p:nvSpPr>
            <p:spPr>
              <a:xfrm>
                <a:off x="8931625" y="238338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0" name="Google Shape;3280;p27"/>
              <p:cNvSpPr/>
              <p:nvPr/>
            </p:nvSpPr>
            <p:spPr>
              <a:xfrm>
                <a:off x="8931625" y="245183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1" name="Google Shape;3281;p27"/>
              <p:cNvSpPr/>
              <p:nvPr/>
            </p:nvSpPr>
            <p:spPr>
              <a:xfrm>
                <a:off x="8931625" y="251223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2" name="Google Shape;3282;p27"/>
              <p:cNvSpPr/>
              <p:nvPr/>
            </p:nvSpPr>
            <p:spPr>
              <a:xfrm>
                <a:off x="8931625" y="257262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3" name="Google Shape;3283;p27"/>
              <p:cNvSpPr/>
              <p:nvPr/>
            </p:nvSpPr>
            <p:spPr>
              <a:xfrm>
                <a:off x="8931625" y="264107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4" name="Google Shape;3284;p27"/>
              <p:cNvSpPr/>
              <p:nvPr/>
            </p:nvSpPr>
            <p:spPr>
              <a:xfrm>
                <a:off x="8931625" y="270147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5" name="Google Shape;3285;p27"/>
              <p:cNvSpPr/>
              <p:nvPr/>
            </p:nvSpPr>
            <p:spPr>
              <a:xfrm>
                <a:off x="8931625" y="2765902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6" name="Google Shape;3286;p27"/>
              <p:cNvSpPr/>
              <p:nvPr/>
            </p:nvSpPr>
            <p:spPr>
              <a:xfrm>
                <a:off x="8931625" y="283032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27"/>
              <p:cNvSpPr/>
              <p:nvPr/>
            </p:nvSpPr>
            <p:spPr>
              <a:xfrm>
                <a:off x="8931625" y="289072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27"/>
              <p:cNvSpPr/>
              <p:nvPr/>
            </p:nvSpPr>
            <p:spPr>
              <a:xfrm>
                <a:off x="8931625" y="295514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27"/>
              <p:cNvSpPr/>
              <p:nvPr/>
            </p:nvSpPr>
            <p:spPr>
              <a:xfrm>
                <a:off x="8931625" y="301957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27"/>
              <p:cNvSpPr/>
              <p:nvPr/>
            </p:nvSpPr>
            <p:spPr>
              <a:xfrm>
                <a:off x="8931625" y="307997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27"/>
              <p:cNvSpPr/>
              <p:nvPr/>
            </p:nvSpPr>
            <p:spPr>
              <a:xfrm>
                <a:off x="8931625" y="3144394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27"/>
              <p:cNvSpPr/>
              <p:nvPr/>
            </p:nvSpPr>
            <p:spPr>
              <a:xfrm>
                <a:off x="8931625" y="320881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27"/>
              <p:cNvSpPr/>
              <p:nvPr/>
            </p:nvSpPr>
            <p:spPr>
              <a:xfrm>
                <a:off x="8931625" y="327324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27"/>
              <p:cNvSpPr/>
              <p:nvPr/>
            </p:nvSpPr>
            <p:spPr>
              <a:xfrm>
                <a:off x="8931625" y="333363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27"/>
              <p:cNvSpPr/>
              <p:nvPr/>
            </p:nvSpPr>
            <p:spPr>
              <a:xfrm>
                <a:off x="8931625" y="339806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27"/>
              <p:cNvSpPr/>
              <p:nvPr/>
            </p:nvSpPr>
            <p:spPr>
              <a:xfrm>
                <a:off x="8931625" y="346248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27"/>
              <p:cNvSpPr/>
              <p:nvPr/>
            </p:nvSpPr>
            <p:spPr>
              <a:xfrm>
                <a:off x="8931625" y="352288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27"/>
              <p:cNvSpPr/>
              <p:nvPr/>
            </p:nvSpPr>
            <p:spPr>
              <a:xfrm>
                <a:off x="8931625" y="3591336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27"/>
              <p:cNvSpPr/>
              <p:nvPr/>
            </p:nvSpPr>
            <p:spPr>
              <a:xfrm>
                <a:off x="8931625" y="365173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27"/>
              <p:cNvSpPr/>
              <p:nvPr/>
            </p:nvSpPr>
            <p:spPr>
              <a:xfrm>
                <a:off x="8931625" y="371213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27"/>
              <p:cNvSpPr/>
              <p:nvPr/>
            </p:nvSpPr>
            <p:spPr>
              <a:xfrm>
                <a:off x="8931625" y="378058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2" name="Google Shape;3302;p27"/>
              <p:cNvSpPr/>
              <p:nvPr/>
            </p:nvSpPr>
            <p:spPr>
              <a:xfrm>
                <a:off x="8931625" y="3840979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3" name="Google Shape;3303;p27"/>
              <p:cNvSpPr/>
              <p:nvPr/>
            </p:nvSpPr>
            <p:spPr>
              <a:xfrm>
                <a:off x="8931625" y="3905404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27"/>
              <p:cNvSpPr/>
              <p:nvPr/>
            </p:nvSpPr>
            <p:spPr>
              <a:xfrm>
                <a:off x="8931625" y="396982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27"/>
              <p:cNvSpPr/>
              <p:nvPr/>
            </p:nvSpPr>
            <p:spPr>
              <a:xfrm>
                <a:off x="8931625" y="403022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27"/>
              <p:cNvSpPr/>
              <p:nvPr/>
            </p:nvSpPr>
            <p:spPr>
              <a:xfrm>
                <a:off x="8931625" y="409465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27"/>
              <p:cNvSpPr/>
              <p:nvPr/>
            </p:nvSpPr>
            <p:spPr>
              <a:xfrm>
                <a:off x="8931625" y="4159075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27"/>
              <p:cNvSpPr/>
              <p:nvPr/>
            </p:nvSpPr>
            <p:spPr>
              <a:xfrm>
                <a:off x="8931625" y="4223499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27"/>
              <p:cNvSpPr/>
              <p:nvPr/>
            </p:nvSpPr>
            <p:spPr>
              <a:xfrm>
                <a:off x="8931625" y="4283898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0" name="Google Shape;3310;p27"/>
              <p:cNvSpPr/>
              <p:nvPr/>
            </p:nvSpPr>
            <p:spPr>
              <a:xfrm>
                <a:off x="8931625" y="4348322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27"/>
              <p:cNvSpPr/>
              <p:nvPr/>
            </p:nvSpPr>
            <p:spPr>
              <a:xfrm>
                <a:off x="8931625" y="4412747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27"/>
              <p:cNvSpPr/>
              <p:nvPr/>
            </p:nvSpPr>
            <p:spPr>
              <a:xfrm>
                <a:off x="8931625" y="4473143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27"/>
              <p:cNvSpPr/>
              <p:nvPr/>
            </p:nvSpPr>
            <p:spPr>
              <a:xfrm>
                <a:off x="8931625" y="4541595"/>
                <a:ext cx="285875" cy="306015"/>
              </a:xfrm>
              <a:custGeom>
                <a:avLst/>
                <a:gdLst/>
                <a:ahLst/>
                <a:cxnLst/>
                <a:rect l="l" t="t" r="r" b="b"/>
                <a:pathLst>
                  <a:path w="71" h="76" extrusionOk="0">
                    <a:moveTo>
                      <a:pt x="0" y="76"/>
                    </a:moveTo>
                    <a:lnTo>
                      <a:pt x="0" y="68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27"/>
              <p:cNvSpPr/>
              <p:nvPr/>
            </p:nvSpPr>
            <p:spPr>
              <a:xfrm>
                <a:off x="8931625" y="4601991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27"/>
              <p:cNvSpPr/>
              <p:nvPr/>
            </p:nvSpPr>
            <p:spPr>
              <a:xfrm>
                <a:off x="8931625" y="4662390"/>
                <a:ext cx="285875" cy="3100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77" extrusionOk="0">
                    <a:moveTo>
                      <a:pt x="0" y="77"/>
                    </a:moveTo>
                    <a:lnTo>
                      <a:pt x="0" y="69"/>
                    </a:lnTo>
                    <a:lnTo>
                      <a:pt x="71" y="0"/>
                    </a:lnTo>
                    <a:lnTo>
                      <a:pt x="71" y="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6" name="Google Shape;3316;p27"/>
            <p:cNvGrpSpPr/>
            <p:nvPr/>
          </p:nvGrpSpPr>
          <p:grpSpPr>
            <a:xfrm>
              <a:off x="222558" y="144464"/>
              <a:ext cx="8698884" cy="4854572"/>
              <a:chOff x="222558" y="144464"/>
              <a:chExt cx="8698884" cy="4854572"/>
            </a:xfrm>
          </p:grpSpPr>
          <p:sp>
            <p:nvSpPr>
              <p:cNvPr id="3317" name="Google Shape;3317;p27"/>
              <p:cNvSpPr/>
              <p:nvPr/>
            </p:nvSpPr>
            <p:spPr>
              <a:xfrm>
                <a:off x="222558" y="144464"/>
                <a:ext cx="8698884" cy="4854572"/>
              </a:xfrm>
              <a:custGeom>
                <a:avLst/>
                <a:gdLst/>
                <a:ahLst/>
                <a:cxnLst/>
                <a:rect l="l" t="t" r="r" b="b"/>
                <a:pathLst>
                  <a:path w="7278" h="4060" extrusionOk="0">
                    <a:moveTo>
                      <a:pt x="7214" y="584"/>
                    </a:moveTo>
                    <a:cubicBezTo>
                      <a:pt x="7150" y="584"/>
                      <a:pt x="7150" y="584"/>
                      <a:pt x="7150" y="584"/>
                    </a:cubicBezTo>
                    <a:cubicBezTo>
                      <a:pt x="7150" y="263"/>
                      <a:pt x="7150" y="263"/>
                      <a:pt x="7150" y="263"/>
                    </a:cubicBezTo>
                    <a:cubicBezTo>
                      <a:pt x="6899" y="263"/>
                      <a:pt x="6899" y="263"/>
                      <a:pt x="6899" y="263"/>
                    </a:cubicBezTo>
                    <a:cubicBezTo>
                      <a:pt x="6899" y="0"/>
                      <a:pt x="6899" y="0"/>
                      <a:pt x="6899" y="0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263"/>
                      <a:pt x="366" y="263"/>
                      <a:pt x="366" y="263"/>
                    </a:cubicBezTo>
                    <a:cubicBezTo>
                      <a:pt x="132" y="263"/>
                      <a:pt x="132" y="263"/>
                      <a:pt x="132" y="263"/>
                    </a:cubicBezTo>
                    <a:cubicBezTo>
                      <a:pt x="132" y="584"/>
                      <a:pt x="132" y="584"/>
                      <a:pt x="132" y="584"/>
                    </a:cubicBezTo>
                    <a:cubicBezTo>
                      <a:pt x="64" y="584"/>
                      <a:pt x="64" y="584"/>
                      <a:pt x="64" y="584"/>
                    </a:cubicBezTo>
                    <a:cubicBezTo>
                      <a:pt x="0" y="648"/>
                      <a:pt x="0" y="648"/>
                      <a:pt x="0" y="648"/>
                    </a:cubicBezTo>
                    <a:cubicBezTo>
                      <a:pt x="0" y="3401"/>
                      <a:pt x="0" y="3401"/>
                      <a:pt x="0" y="3401"/>
                    </a:cubicBezTo>
                    <a:cubicBezTo>
                      <a:pt x="73" y="3474"/>
                      <a:pt x="73" y="3474"/>
                      <a:pt x="73" y="3474"/>
                    </a:cubicBezTo>
                    <a:cubicBezTo>
                      <a:pt x="132" y="3474"/>
                      <a:pt x="132" y="3474"/>
                      <a:pt x="132" y="3474"/>
                    </a:cubicBezTo>
                    <a:cubicBezTo>
                      <a:pt x="132" y="3827"/>
                      <a:pt x="132" y="3827"/>
                      <a:pt x="132" y="3827"/>
                    </a:cubicBezTo>
                    <a:cubicBezTo>
                      <a:pt x="365" y="3827"/>
                      <a:pt x="365" y="3827"/>
                      <a:pt x="365" y="3827"/>
                    </a:cubicBezTo>
                    <a:cubicBezTo>
                      <a:pt x="365" y="4059"/>
                      <a:pt x="365" y="4059"/>
                      <a:pt x="365" y="4059"/>
                    </a:cubicBezTo>
                    <a:cubicBezTo>
                      <a:pt x="3048" y="4059"/>
                      <a:pt x="3048" y="4059"/>
                      <a:pt x="3048" y="4059"/>
                    </a:cubicBezTo>
                    <a:cubicBezTo>
                      <a:pt x="3048" y="4060"/>
                      <a:pt x="3048" y="4060"/>
                      <a:pt x="3048" y="4060"/>
                    </a:cubicBezTo>
                    <a:cubicBezTo>
                      <a:pt x="3068" y="4060"/>
                      <a:pt x="3068" y="4060"/>
                      <a:pt x="3068" y="4060"/>
                    </a:cubicBezTo>
                    <a:cubicBezTo>
                      <a:pt x="3068" y="4059"/>
                      <a:pt x="3068" y="4059"/>
                      <a:pt x="3068" y="4059"/>
                    </a:cubicBezTo>
                    <a:cubicBezTo>
                      <a:pt x="3332" y="4059"/>
                      <a:pt x="3332" y="4059"/>
                      <a:pt x="3332" y="4059"/>
                    </a:cubicBezTo>
                    <a:cubicBezTo>
                      <a:pt x="3332" y="4060"/>
                      <a:pt x="3332" y="4060"/>
                      <a:pt x="3332" y="4060"/>
                    </a:cubicBezTo>
                    <a:cubicBezTo>
                      <a:pt x="3352" y="4060"/>
                      <a:pt x="3352" y="4060"/>
                      <a:pt x="3352" y="4060"/>
                    </a:cubicBezTo>
                    <a:cubicBezTo>
                      <a:pt x="3352" y="4059"/>
                      <a:pt x="3352" y="4059"/>
                      <a:pt x="3352" y="4059"/>
                    </a:cubicBezTo>
                    <a:cubicBezTo>
                      <a:pt x="6911" y="4059"/>
                      <a:pt x="6911" y="4059"/>
                      <a:pt x="6911" y="4059"/>
                    </a:cubicBezTo>
                    <a:cubicBezTo>
                      <a:pt x="6911" y="3839"/>
                      <a:pt x="6911" y="3839"/>
                      <a:pt x="6911" y="3839"/>
                    </a:cubicBezTo>
                    <a:cubicBezTo>
                      <a:pt x="7150" y="3839"/>
                      <a:pt x="7150" y="3839"/>
                      <a:pt x="7150" y="3839"/>
                    </a:cubicBezTo>
                    <a:cubicBezTo>
                      <a:pt x="7150" y="3474"/>
                      <a:pt x="7150" y="3474"/>
                      <a:pt x="7150" y="3474"/>
                    </a:cubicBezTo>
                    <a:cubicBezTo>
                      <a:pt x="7205" y="3474"/>
                      <a:pt x="7205" y="3474"/>
                      <a:pt x="7205" y="3474"/>
                    </a:cubicBezTo>
                    <a:cubicBezTo>
                      <a:pt x="7278" y="3401"/>
                      <a:pt x="7278" y="3401"/>
                      <a:pt x="7278" y="3401"/>
                    </a:cubicBezTo>
                    <a:cubicBezTo>
                      <a:pt x="7278" y="648"/>
                      <a:pt x="7278" y="648"/>
                      <a:pt x="7278" y="648"/>
                    </a:cubicBezTo>
                    <a:lnTo>
                      <a:pt x="7214" y="584"/>
                    </a:lnTo>
                    <a:close/>
                    <a:moveTo>
                      <a:pt x="7130" y="584"/>
                    </a:moveTo>
                    <a:cubicBezTo>
                      <a:pt x="7130" y="642"/>
                      <a:pt x="7130" y="642"/>
                      <a:pt x="7130" y="642"/>
                    </a:cubicBezTo>
                    <a:cubicBezTo>
                      <a:pt x="7060" y="642"/>
                      <a:pt x="7060" y="642"/>
                      <a:pt x="7060" y="642"/>
                    </a:cubicBezTo>
                    <a:cubicBezTo>
                      <a:pt x="6971" y="554"/>
                      <a:pt x="6971" y="554"/>
                      <a:pt x="6971" y="554"/>
                    </a:cubicBezTo>
                    <a:cubicBezTo>
                      <a:pt x="6971" y="500"/>
                      <a:pt x="6971" y="500"/>
                      <a:pt x="6971" y="500"/>
                    </a:cubicBezTo>
                    <a:cubicBezTo>
                      <a:pt x="6981" y="497"/>
                      <a:pt x="6988" y="488"/>
                      <a:pt x="6988" y="477"/>
                    </a:cubicBezTo>
                    <a:cubicBezTo>
                      <a:pt x="6988" y="463"/>
                      <a:pt x="6977" y="452"/>
                      <a:pt x="6963" y="452"/>
                    </a:cubicBezTo>
                    <a:cubicBezTo>
                      <a:pt x="6949" y="452"/>
                      <a:pt x="6939" y="463"/>
                      <a:pt x="6939" y="477"/>
                    </a:cubicBezTo>
                    <a:cubicBezTo>
                      <a:pt x="6939" y="486"/>
                      <a:pt x="6943" y="494"/>
                      <a:pt x="6951" y="498"/>
                    </a:cubicBezTo>
                    <a:cubicBezTo>
                      <a:pt x="6951" y="562"/>
                      <a:pt x="6951" y="562"/>
                      <a:pt x="6951" y="562"/>
                    </a:cubicBezTo>
                    <a:cubicBezTo>
                      <a:pt x="7051" y="662"/>
                      <a:pt x="7051" y="662"/>
                      <a:pt x="7051" y="662"/>
                    </a:cubicBezTo>
                    <a:cubicBezTo>
                      <a:pt x="7130" y="662"/>
                      <a:pt x="7130" y="662"/>
                      <a:pt x="7130" y="662"/>
                    </a:cubicBezTo>
                    <a:cubicBezTo>
                      <a:pt x="7130" y="1825"/>
                      <a:pt x="7130" y="1825"/>
                      <a:pt x="7130" y="1825"/>
                    </a:cubicBezTo>
                    <a:cubicBezTo>
                      <a:pt x="7052" y="1825"/>
                      <a:pt x="7052" y="1825"/>
                      <a:pt x="7052" y="1825"/>
                    </a:cubicBezTo>
                    <a:cubicBezTo>
                      <a:pt x="6964" y="1737"/>
                      <a:pt x="6964" y="1737"/>
                      <a:pt x="6964" y="1737"/>
                    </a:cubicBezTo>
                    <a:cubicBezTo>
                      <a:pt x="6964" y="1502"/>
                      <a:pt x="6964" y="1502"/>
                      <a:pt x="6964" y="1502"/>
                    </a:cubicBezTo>
                    <a:cubicBezTo>
                      <a:pt x="6972" y="1498"/>
                      <a:pt x="6978" y="1490"/>
                      <a:pt x="6978" y="1480"/>
                    </a:cubicBezTo>
                    <a:cubicBezTo>
                      <a:pt x="6978" y="1466"/>
                      <a:pt x="6967" y="1455"/>
                      <a:pt x="6954" y="1455"/>
                    </a:cubicBezTo>
                    <a:cubicBezTo>
                      <a:pt x="6940" y="1455"/>
                      <a:pt x="6929" y="1466"/>
                      <a:pt x="6929" y="1480"/>
                    </a:cubicBezTo>
                    <a:cubicBezTo>
                      <a:pt x="6929" y="1490"/>
                      <a:pt x="6935" y="1498"/>
                      <a:pt x="6944" y="1502"/>
                    </a:cubicBezTo>
                    <a:cubicBezTo>
                      <a:pt x="6944" y="1745"/>
                      <a:pt x="6944" y="1745"/>
                      <a:pt x="6944" y="1745"/>
                    </a:cubicBezTo>
                    <a:cubicBezTo>
                      <a:pt x="7043" y="1845"/>
                      <a:pt x="7043" y="1845"/>
                      <a:pt x="7043" y="1845"/>
                    </a:cubicBezTo>
                    <a:cubicBezTo>
                      <a:pt x="7130" y="1845"/>
                      <a:pt x="7130" y="1845"/>
                      <a:pt x="7130" y="1845"/>
                    </a:cubicBezTo>
                    <a:cubicBezTo>
                      <a:pt x="7130" y="1929"/>
                      <a:pt x="7130" y="1929"/>
                      <a:pt x="7130" y="1929"/>
                    </a:cubicBezTo>
                    <a:cubicBezTo>
                      <a:pt x="7013" y="1929"/>
                      <a:pt x="7013" y="1929"/>
                      <a:pt x="7013" y="1929"/>
                    </a:cubicBezTo>
                    <a:cubicBezTo>
                      <a:pt x="7009" y="1921"/>
                      <a:pt x="7001" y="1915"/>
                      <a:pt x="6991" y="1915"/>
                    </a:cubicBezTo>
                    <a:cubicBezTo>
                      <a:pt x="6977" y="1915"/>
                      <a:pt x="6966" y="1926"/>
                      <a:pt x="6966" y="1939"/>
                    </a:cubicBezTo>
                    <a:cubicBezTo>
                      <a:pt x="6966" y="1953"/>
                      <a:pt x="6977" y="1964"/>
                      <a:pt x="6991" y="1964"/>
                    </a:cubicBezTo>
                    <a:cubicBezTo>
                      <a:pt x="7001" y="1964"/>
                      <a:pt x="7009" y="1958"/>
                      <a:pt x="7013" y="1949"/>
                    </a:cubicBezTo>
                    <a:cubicBezTo>
                      <a:pt x="7130" y="1949"/>
                      <a:pt x="7130" y="1949"/>
                      <a:pt x="7130" y="1949"/>
                    </a:cubicBezTo>
                    <a:cubicBezTo>
                      <a:pt x="7130" y="2120"/>
                      <a:pt x="7130" y="2120"/>
                      <a:pt x="7130" y="2120"/>
                    </a:cubicBezTo>
                    <a:cubicBezTo>
                      <a:pt x="7013" y="2120"/>
                      <a:pt x="7013" y="2120"/>
                      <a:pt x="7013" y="2120"/>
                    </a:cubicBezTo>
                    <a:cubicBezTo>
                      <a:pt x="7010" y="2111"/>
                      <a:pt x="7001" y="2106"/>
                      <a:pt x="6991" y="2106"/>
                    </a:cubicBezTo>
                    <a:cubicBezTo>
                      <a:pt x="6978" y="2106"/>
                      <a:pt x="6967" y="2116"/>
                      <a:pt x="6967" y="2130"/>
                    </a:cubicBezTo>
                    <a:cubicBezTo>
                      <a:pt x="6967" y="2144"/>
                      <a:pt x="6978" y="2155"/>
                      <a:pt x="6991" y="2155"/>
                    </a:cubicBezTo>
                    <a:cubicBezTo>
                      <a:pt x="7001" y="2155"/>
                      <a:pt x="7010" y="2149"/>
                      <a:pt x="7013" y="2140"/>
                    </a:cubicBezTo>
                    <a:cubicBezTo>
                      <a:pt x="7130" y="2140"/>
                      <a:pt x="7130" y="2140"/>
                      <a:pt x="7130" y="2140"/>
                    </a:cubicBezTo>
                    <a:cubicBezTo>
                      <a:pt x="7130" y="2224"/>
                      <a:pt x="7130" y="2224"/>
                      <a:pt x="7130" y="2224"/>
                    </a:cubicBezTo>
                    <a:cubicBezTo>
                      <a:pt x="7044" y="2224"/>
                      <a:pt x="7044" y="2224"/>
                      <a:pt x="7044" y="2224"/>
                    </a:cubicBezTo>
                    <a:cubicBezTo>
                      <a:pt x="6944" y="2324"/>
                      <a:pt x="6944" y="2324"/>
                      <a:pt x="6944" y="2324"/>
                    </a:cubicBezTo>
                    <a:cubicBezTo>
                      <a:pt x="6944" y="2567"/>
                      <a:pt x="6944" y="2567"/>
                      <a:pt x="6944" y="2567"/>
                    </a:cubicBezTo>
                    <a:cubicBezTo>
                      <a:pt x="6936" y="2571"/>
                      <a:pt x="6930" y="2580"/>
                      <a:pt x="6930" y="2590"/>
                    </a:cubicBezTo>
                    <a:cubicBezTo>
                      <a:pt x="6930" y="2603"/>
                      <a:pt x="6941" y="2614"/>
                      <a:pt x="6954" y="2614"/>
                    </a:cubicBezTo>
                    <a:cubicBezTo>
                      <a:pt x="6968" y="2614"/>
                      <a:pt x="6979" y="2603"/>
                      <a:pt x="6979" y="2590"/>
                    </a:cubicBezTo>
                    <a:cubicBezTo>
                      <a:pt x="6979" y="2580"/>
                      <a:pt x="6973" y="2571"/>
                      <a:pt x="6964" y="2567"/>
                    </a:cubicBezTo>
                    <a:cubicBezTo>
                      <a:pt x="6964" y="2332"/>
                      <a:pt x="6964" y="2332"/>
                      <a:pt x="6964" y="2332"/>
                    </a:cubicBezTo>
                    <a:cubicBezTo>
                      <a:pt x="7052" y="2244"/>
                      <a:pt x="7052" y="2244"/>
                      <a:pt x="7052" y="2244"/>
                    </a:cubicBezTo>
                    <a:cubicBezTo>
                      <a:pt x="7130" y="2244"/>
                      <a:pt x="7130" y="2244"/>
                      <a:pt x="7130" y="2244"/>
                    </a:cubicBezTo>
                    <a:cubicBezTo>
                      <a:pt x="7130" y="3407"/>
                      <a:pt x="7130" y="3407"/>
                      <a:pt x="7130" y="3407"/>
                    </a:cubicBezTo>
                    <a:cubicBezTo>
                      <a:pt x="7052" y="3407"/>
                      <a:pt x="7052" y="3407"/>
                      <a:pt x="7052" y="3407"/>
                    </a:cubicBezTo>
                    <a:cubicBezTo>
                      <a:pt x="6951" y="3508"/>
                      <a:pt x="6951" y="3508"/>
                      <a:pt x="6951" y="3508"/>
                    </a:cubicBezTo>
                    <a:cubicBezTo>
                      <a:pt x="6951" y="3561"/>
                      <a:pt x="6951" y="3561"/>
                      <a:pt x="6951" y="3561"/>
                    </a:cubicBezTo>
                    <a:cubicBezTo>
                      <a:pt x="6944" y="3565"/>
                      <a:pt x="6939" y="3573"/>
                      <a:pt x="6939" y="3582"/>
                    </a:cubicBezTo>
                    <a:cubicBezTo>
                      <a:pt x="6939" y="3596"/>
                      <a:pt x="6949" y="3607"/>
                      <a:pt x="6963" y="3607"/>
                    </a:cubicBezTo>
                    <a:cubicBezTo>
                      <a:pt x="6977" y="3607"/>
                      <a:pt x="6988" y="3596"/>
                      <a:pt x="6988" y="3582"/>
                    </a:cubicBezTo>
                    <a:cubicBezTo>
                      <a:pt x="6988" y="3572"/>
                      <a:pt x="6981" y="3563"/>
                      <a:pt x="6971" y="3559"/>
                    </a:cubicBezTo>
                    <a:cubicBezTo>
                      <a:pt x="6971" y="3516"/>
                      <a:pt x="6971" y="3516"/>
                      <a:pt x="6971" y="3516"/>
                    </a:cubicBezTo>
                    <a:cubicBezTo>
                      <a:pt x="7060" y="3427"/>
                      <a:pt x="7060" y="3427"/>
                      <a:pt x="7060" y="3427"/>
                    </a:cubicBezTo>
                    <a:cubicBezTo>
                      <a:pt x="7130" y="3427"/>
                      <a:pt x="7130" y="3427"/>
                      <a:pt x="7130" y="3427"/>
                    </a:cubicBezTo>
                    <a:cubicBezTo>
                      <a:pt x="7130" y="3474"/>
                      <a:pt x="7130" y="3474"/>
                      <a:pt x="7130" y="3474"/>
                    </a:cubicBezTo>
                    <a:cubicBezTo>
                      <a:pt x="7130" y="3819"/>
                      <a:pt x="7130" y="3819"/>
                      <a:pt x="7130" y="3819"/>
                    </a:cubicBezTo>
                    <a:cubicBezTo>
                      <a:pt x="6891" y="3819"/>
                      <a:pt x="6891" y="3819"/>
                      <a:pt x="6891" y="3819"/>
                    </a:cubicBezTo>
                    <a:cubicBezTo>
                      <a:pt x="6891" y="4039"/>
                      <a:pt x="6891" y="4039"/>
                      <a:pt x="6891" y="4039"/>
                    </a:cubicBezTo>
                    <a:cubicBezTo>
                      <a:pt x="4234" y="4039"/>
                      <a:pt x="4234" y="4039"/>
                      <a:pt x="4234" y="4039"/>
                    </a:cubicBezTo>
                    <a:cubicBezTo>
                      <a:pt x="4234" y="4024"/>
                      <a:pt x="4234" y="4024"/>
                      <a:pt x="4234" y="4024"/>
                    </a:cubicBezTo>
                    <a:cubicBezTo>
                      <a:pt x="4259" y="3999"/>
                      <a:pt x="4259" y="3999"/>
                      <a:pt x="4259" y="3999"/>
                    </a:cubicBezTo>
                    <a:cubicBezTo>
                      <a:pt x="4500" y="3999"/>
                      <a:pt x="4500" y="3999"/>
                      <a:pt x="4500" y="3999"/>
                    </a:cubicBezTo>
                    <a:cubicBezTo>
                      <a:pt x="4545" y="3954"/>
                      <a:pt x="4545" y="3954"/>
                      <a:pt x="4545" y="3954"/>
                    </a:cubicBezTo>
                    <a:cubicBezTo>
                      <a:pt x="4919" y="3954"/>
                      <a:pt x="4919" y="3954"/>
                      <a:pt x="4919" y="3954"/>
                    </a:cubicBezTo>
                    <a:cubicBezTo>
                      <a:pt x="4923" y="3963"/>
                      <a:pt x="4932" y="3969"/>
                      <a:pt x="4942" y="3969"/>
                    </a:cubicBezTo>
                    <a:cubicBezTo>
                      <a:pt x="4955" y="3969"/>
                      <a:pt x="4966" y="3958"/>
                      <a:pt x="4966" y="3944"/>
                    </a:cubicBezTo>
                    <a:cubicBezTo>
                      <a:pt x="4966" y="3930"/>
                      <a:pt x="4955" y="3920"/>
                      <a:pt x="4942" y="3920"/>
                    </a:cubicBezTo>
                    <a:cubicBezTo>
                      <a:pt x="4932" y="3920"/>
                      <a:pt x="4923" y="3925"/>
                      <a:pt x="4919" y="3934"/>
                    </a:cubicBezTo>
                    <a:cubicBezTo>
                      <a:pt x="4537" y="3934"/>
                      <a:pt x="4537" y="3934"/>
                      <a:pt x="4537" y="3934"/>
                    </a:cubicBezTo>
                    <a:cubicBezTo>
                      <a:pt x="4492" y="3979"/>
                      <a:pt x="4492" y="3979"/>
                      <a:pt x="4492" y="3979"/>
                    </a:cubicBezTo>
                    <a:cubicBezTo>
                      <a:pt x="4251" y="3979"/>
                      <a:pt x="4251" y="3979"/>
                      <a:pt x="4251" y="3979"/>
                    </a:cubicBezTo>
                    <a:cubicBezTo>
                      <a:pt x="4214" y="4016"/>
                      <a:pt x="4214" y="4016"/>
                      <a:pt x="4214" y="4016"/>
                    </a:cubicBezTo>
                    <a:cubicBezTo>
                      <a:pt x="4214" y="4039"/>
                      <a:pt x="4214" y="4039"/>
                      <a:pt x="4214" y="4039"/>
                    </a:cubicBezTo>
                    <a:cubicBezTo>
                      <a:pt x="3950" y="4039"/>
                      <a:pt x="3950" y="4039"/>
                      <a:pt x="3950" y="4039"/>
                    </a:cubicBezTo>
                    <a:cubicBezTo>
                      <a:pt x="3950" y="3909"/>
                      <a:pt x="3950" y="3909"/>
                      <a:pt x="3950" y="3909"/>
                    </a:cubicBezTo>
                    <a:cubicBezTo>
                      <a:pt x="4062" y="3797"/>
                      <a:pt x="4062" y="3797"/>
                      <a:pt x="4062" y="3797"/>
                    </a:cubicBezTo>
                    <a:cubicBezTo>
                      <a:pt x="5365" y="3797"/>
                      <a:pt x="5365" y="3797"/>
                      <a:pt x="5365" y="3797"/>
                    </a:cubicBezTo>
                    <a:cubicBezTo>
                      <a:pt x="5524" y="3957"/>
                      <a:pt x="5524" y="3957"/>
                      <a:pt x="5524" y="3957"/>
                    </a:cubicBezTo>
                    <a:cubicBezTo>
                      <a:pt x="6303" y="3957"/>
                      <a:pt x="6303" y="3957"/>
                      <a:pt x="6303" y="3957"/>
                    </a:cubicBezTo>
                    <a:cubicBezTo>
                      <a:pt x="6307" y="3964"/>
                      <a:pt x="6315" y="3969"/>
                      <a:pt x="6324" y="3969"/>
                    </a:cubicBezTo>
                    <a:cubicBezTo>
                      <a:pt x="6337" y="3969"/>
                      <a:pt x="6348" y="3958"/>
                      <a:pt x="6348" y="3944"/>
                    </a:cubicBezTo>
                    <a:cubicBezTo>
                      <a:pt x="6348" y="3930"/>
                      <a:pt x="6337" y="3920"/>
                      <a:pt x="6324" y="3920"/>
                    </a:cubicBezTo>
                    <a:cubicBezTo>
                      <a:pt x="6313" y="3920"/>
                      <a:pt x="6304" y="3927"/>
                      <a:pt x="6301" y="3937"/>
                    </a:cubicBezTo>
                    <a:cubicBezTo>
                      <a:pt x="5532" y="3937"/>
                      <a:pt x="5532" y="3937"/>
                      <a:pt x="5532" y="3937"/>
                    </a:cubicBezTo>
                    <a:cubicBezTo>
                      <a:pt x="5373" y="3777"/>
                      <a:pt x="5373" y="3777"/>
                      <a:pt x="5373" y="3777"/>
                    </a:cubicBezTo>
                    <a:cubicBezTo>
                      <a:pt x="4053" y="3777"/>
                      <a:pt x="4053" y="3777"/>
                      <a:pt x="4053" y="3777"/>
                    </a:cubicBezTo>
                    <a:cubicBezTo>
                      <a:pt x="3930" y="3900"/>
                      <a:pt x="3930" y="3900"/>
                      <a:pt x="3930" y="3900"/>
                    </a:cubicBezTo>
                    <a:cubicBezTo>
                      <a:pt x="3930" y="4039"/>
                      <a:pt x="3930" y="4039"/>
                      <a:pt x="3930" y="4039"/>
                    </a:cubicBezTo>
                    <a:cubicBezTo>
                      <a:pt x="3352" y="4039"/>
                      <a:pt x="3352" y="4039"/>
                      <a:pt x="3352" y="4039"/>
                    </a:cubicBezTo>
                    <a:cubicBezTo>
                      <a:pt x="3352" y="3903"/>
                      <a:pt x="3352" y="3903"/>
                      <a:pt x="3352" y="3903"/>
                    </a:cubicBezTo>
                    <a:cubicBezTo>
                      <a:pt x="3229" y="3780"/>
                      <a:pt x="3229" y="3780"/>
                      <a:pt x="3229" y="3780"/>
                    </a:cubicBezTo>
                    <a:cubicBezTo>
                      <a:pt x="1909" y="3780"/>
                      <a:pt x="1909" y="3780"/>
                      <a:pt x="1909" y="3780"/>
                    </a:cubicBezTo>
                    <a:cubicBezTo>
                      <a:pt x="1750" y="3939"/>
                      <a:pt x="1750" y="3939"/>
                      <a:pt x="1750" y="3939"/>
                    </a:cubicBezTo>
                    <a:cubicBezTo>
                      <a:pt x="981" y="3939"/>
                      <a:pt x="981" y="3939"/>
                      <a:pt x="981" y="3939"/>
                    </a:cubicBezTo>
                    <a:cubicBezTo>
                      <a:pt x="978" y="3929"/>
                      <a:pt x="969" y="3922"/>
                      <a:pt x="958" y="3922"/>
                    </a:cubicBezTo>
                    <a:cubicBezTo>
                      <a:pt x="944" y="3922"/>
                      <a:pt x="933" y="3933"/>
                      <a:pt x="933" y="3947"/>
                    </a:cubicBezTo>
                    <a:cubicBezTo>
                      <a:pt x="933" y="3960"/>
                      <a:pt x="944" y="3971"/>
                      <a:pt x="958" y="3971"/>
                    </a:cubicBezTo>
                    <a:cubicBezTo>
                      <a:pt x="967" y="3971"/>
                      <a:pt x="975" y="3967"/>
                      <a:pt x="979" y="3959"/>
                    </a:cubicBezTo>
                    <a:cubicBezTo>
                      <a:pt x="1758" y="3959"/>
                      <a:pt x="1758" y="3959"/>
                      <a:pt x="1758" y="3959"/>
                    </a:cubicBezTo>
                    <a:cubicBezTo>
                      <a:pt x="1917" y="3800"/>
                      <a:pt x="1917" y="3800"/>
                      <a:pt x="1917" y="3800"/>
                    </a:cubicBezTo>
                    <a:cubicBezTo>
                      <a:pt x="3220" y="3800"/>
                      <a:pt x="3220" y="3800"/>
                      <a:pt x="3220" y="3800"/>
                    </a:cubicBezTo>
                    <a:cubicBezTo>
                      <a:pt x="3332" y="3911"/>
                      <a:pt x="3332" y="3911"/>
                      <a:pt x="3332" y="3911"/>
                    </a:cubicBezTo>
                    <a:cubicBezTo>
                      <a:pt x="3332" y="4039"/>
                      <a:pt x="3332" y="4039"/>
                      <a:pt x="3332" y="4039"/>
                    </a:cubicBezTo>
                    <a:cubicBezTo>
                      <a:pt x="3068" y="4039"/>
                      <a:pt x="3068" y="4039"/>
                      <a:pt x="3068" y="4039"/>
                    </a:cubicBezTo>
                    <a:cubicBezTo>
                      <a:pt x="3068" y="4019"/>
                      <a:pt x="3068" y="4019"/>
                      <a:pt x="3068" y="4019"/>
                    </a:cubicBezTo>
                    <a:cubicBezTo>
                      <a:pt x="3031" y="3982"/>
                      <a:pt x="3031" y="3982"/>
                      <a:pt x="3031" y="3982"/>
                    </a:cubicBezTo>
                    <a:cubicBezTo>
                      <a:pt x="2790" y="3982"/>
                      <a:pt x="2790" y="3982"/>
                      <a:pt x="2790" y="3982"/>
                    </a:cubicBezTo>
                    <a:cubicBezTo>
                      <a:pt x="2745" y="3937"/>
                      <a:pt x="2745" y="3937"/>
                      <a:pt x="2745" y="3937"/>
                    </a:cubicBezTo>
                    <a:cubicBezTo>
                      <a:pt x="2362" y="3937"/>
                      <a:pt x="2362" y="3937"/>
                      <a:pt x="2362" y="3937"/>
                    </a:cubicBezTo>
                    <a:cubicBezTo>
                      <a:pt x="2359" y="3928"/>
                      <a:pt x="2350" y="3922"/>
                      <a:pt x="2340" y="3922"/>
                    </a:cubicBezTo>
                    <a:cubicBezTo>
                      <a:pt x="2326" y="3922"/>
                      <a:pt x="2316" y="3933"/>
                      <a:pt x="2316" y="3947"/>
                    </a:cubicBezTo>
                    <a:cubicBezTo>
                      <a:pt x="2316" y="3960"/>
                      <a:pt x="2326" y="3971"/>
                      <a:pt x="2340" y="3971"/>
                    </a:cubicBezTo>
                    <a:cubicBezTo>
                      <a:pt x="2350" y="3971"/>
                      <a:pt x="2359" y="3965"/>
                      <a:pt x="2362" y="3957"/>
                    </a:cubicBezTo>
                    <a:cubicBezTo>
                      <a:pt x="2737" y="3957"/>
                      <a:pt x="2737" y="3957"/>
                      <a:pt x="2737" y="3957"/>
                    </a:cubicBezTo>
                    <a:cubicBezTo>
                      <a:pt x="2782" y="4002"/>
                      <a:pt x="2782" y="4002"/>
                      <a:pt x="2782" y="4002"/>
                    </a:cubicBezTo>
                    <a:cubicBezTo>
                      <a:pt x="3023" y="4002"/>
                      <a:pt x="3023" y="4002"/>
                      <a:pt x="3023" y="4002"/>
                    </a:cubicBezTo>
                    <a:cubicBezTo>
                      <a:pt x="3048" y="4027"/>
                      <a:pt x="3048" y="4027"/>
                      <a:pt x="3048" y="4027"/>
                    </a:cubicBezTo>
                    <a:cubicBezTo>
                      <a:pt x="3048" y="4039"/>
                      <a:pt x="3048" y="4039"/>
                      <a:pt x="3048" y="4039"/>
                    </a:cubicBezTo>
                    <a:cubicBezTo>
                      <a:pt x="385" y="4039"/>
                      <a:pt x="385" y="4039"/>
                      <a:pt x="385" y="4039"/>
                    </a:cubicBezTo>
                    <a:cubicBezTo>
                      <a:pt x="385" y="3807"/>
                      <a:pt x="385" y="3807"/>
                      <a:pt x="385" y="3807"/>
                    </a:cubicBezTo>
                    <a:cubicBezTo>
                      <a:pt x="152" y="3807"/>
                      <a:pt x="152" y="3807"/>
                      <a:pt x="152" y="3807"/>
                    </a:cubicBezTo>
                    <a:cubicBezTo>
                      <a:pt x="152" y="3422"/>
                      <a:pt x="152" y="3422"/>
                      <a:pt x="152" y="3422"/>
                    </a:cubicBezTo>
                    <a:cubicBezTo>
                      <a:pt x="229" y="3422"/>
                      <a:pt x="229" y="3422"/>
                      <a:pt x="229" y="3422"/>
                    </a:cubicBezTo>
                    <a:cubicBezTo>
                      <a:pt x="318" y="3511"/>
                      <a:pt x="318" y="3511"/>
                      <a:pt x="318" y="3511"/>
                    </a:cubicBezTo>
                    <a:cubicBezTo>
                      <a:pt x="318" y="3564"/>
                      <a:pt x="318" y="3564"/>
                      <a:pt x="318" y="3564"/>
                    </a:cubicBezTo>
                    <a:cubicBezTo>
                      <a:pt x="308" y="3567"/>
                      <a:pt x="301" y="3577"/>
                      <a:pt x="301" y="3587"/>
                    </a:cubicBezTo>
                    <a:cubicBezTo>
                      <a:pt x="301" y="3601"/>
                      <a:pt x="312" y="3612"/>
                      <a:pt x="326" y="3612"/>
                    </a:cubicBezTo>
                    <a:cubicBezTo>
                      <a:pt x="339" y="3612"/>
                      <a:pt x="350" y="3601"/>
                      <a:pt x="350" y="3587"/>
                    </a:cubicBezTo>
                    <a:cubicBezTo>
                      <a:pt x="350" y="3578"/>
                      <a:pt x="345" y="3570"/>
                      <a:pt x="338" y="3566"/>
                    </a:cubicBezTo>
                    <a:cubicBezTo>
                      <a:pt x="338" y="3502"/>
                      <a:pt x="338" y="3502"/>
                      <a:pt x="338" y="3502"/>
                    </a:cubicBezTo>
                    <a:cubicBezTo>
                      <a:pt x="237" y="3402"/>
                      <a:pt x="237" y="3402"/>
                      <a:pt x="237" y="3402"/>
                    </a:cubicBezTo>
                    <a:cubicBezTo>
                      <a:pt x="152" y="3402"/>
                      <a:pt x="152" y="3402"/>
                      <a:pt x="152" y="3402"/>
                    </a:cubicBezTo>
                    <a:cubicBezTo>
                      <a:pt x="152" y="2239"/>
                      <a:pt x="152" y="2239"/>
                      <a:pt x="152" y="2239"/>
                    </a:cubicBezTo>
                    <a:cubicBezTo>
                      <a:pt x="237" y="2239"/>
                      <a:pt x="237" y="2239"/>
                      <a:pt x="237" y="2239"/>
                    </a:cubicBezTo>
                    <a:cubicBezTo>
                      <a:pt x="325" y="2327"/>
                      <a:pt x="325" y="2327"/>
                      <a:pt x="325" y="2327"/>
                    </a:cubicBezTo>
                    <a:cubicBezTo>
                      <a:pt x="325" y="2562"/>
                      <a:pt x="325" y="2562"/>
                      <a:pt x="325" y="2562"/>
                    </a:cubicBezTo>
                    <a:cubicBezTo>
                      <a:pt x="317" y="2566"/>
                      <a:pt x="311" y="2575"/>
                      <a:pt x="311" y="2584"/>
                    </a:cubicBezTo>
                    <a:cubicBezTo>
                      <a:pt x="311" y="2598"/>
                      <a:pt x="322" y="2609"/>
                      <a:pt x="335" y="2609"/>
                    </a:cubicBezTo>
                    <a:cubicBezTo>
                      <a:pt x="349" y="2609"/>
                      <a:pt x="360" y="2598"/>
                      <a:pt x="360" y="2584"/>
                    </a:cubicBezTo>
                    <a:cubicBezTo>
                      <a:pt x="360" y="2575"/>
                      <a:pt x="354" y="2566"/>
                      <a:pt x="345" y="2562"/>
                    </a:cubicBezTo>
                    <a:cubicBezTo>
                      <a:pt x="345" y="2319"/>
                      <a:pt x="345" y="2319"/>
                      <a:pt x="345" y="2319"/>
                    </a:cubicBezTo>
                    <a:cubicBezTo>
                      <a:pt x="245" y="2219"/>
                      <a:pt x="245" y="2219"/>
                      <a:pt x="245" y="2219"/>
                    </a:cubicBezTo>
                    <a:cubicBezTo>
                      <a:pt x="152" y="2219"/>
                      <a:pt x="152" y="2219"/>
                      <a:pt x="152" y="2219"/>
                    </a:cubicBezTo>
                    <a:cubicBezTo>
                      <a:pt x="152" y="2135"/>
                      <a:pt x="152" y="2135"/>
                      <a:pt x="152" y="2135"/>
                    </a:cubicBezTo>
                    <a:cubicBezTo>
                      <a:pt x="276" y="2135"/>
                      <a:pt x="276" y="2135"/>
                      <a:pt x="276" y="2135"/>
                    </a:cubicBezTo>
                    <a:cubicBezTo>
                      <a:pt x="280" y="2143"/>
                      <a:pt x="288" y="2149"/>
                      <a:pt x="298" y="2149"/>
                    </a:cubicBezTo>
                    <a:cubicBezTo>
                      <a:pt x="312" y="2149"/>
                      <a:pt x="323" y="2138"/>
                      <a:pt x="323" y="2125"/>
                    </a:cubicBezTo>
                    <a:cubicBezTo>
                      <a:pt x="323" y="2111"/>
                      <a:pt x="312" y="2100"/>
                      <a:pt x="298" y="2100"/>
                    </a:cubicBezTo>
                    <a:cubicBezTo>
                      <a:pt x="288" y="2100"/>
                      <a:pt x="280" y="2106"/>
                      <a:pt x="276" y="2115"/>
                    </a:cubicBezTo>
                    <a:cubicBezTo>
                      <a:pt x="152" y="2115"/>
                      <a:pt x="152" y="2115"/>
                      <a:pt x="152" y="2115"/>
                    </a:cubicBezTo>
                    <a:cubicBezTo>
                      <a:pt x="152" y="1944"/>
                      <a:pt x="152" y="1944"/>
                      <a:pt x="152" y="1944"/>
                    </a:cubicBezTo>
                    <a:cubicBezTo>
                      <a:pt x="276" y="1944"/>
                      <a:pt x="276" y="1944"/>
                      <a:pt x="276" y="1944"/>
                    </a:cubicBezTo>
                    <a:cubicBezTo>
                      <a:pt x="280" y="1953"/>
                      <a:pt x="289" y="1959"/>
                      <a:pt x="299" y="1959"/>
                    </a:cubicBezTo>
                    <a:cubicBezTo>
                      <a:pt x="312" y="1959"/>
                      <a:pt x="323" y="1948"/>
                      <a:pt x="323" y="1934"/>
                    </a:cubicBezTo>
                    <a:cubicBezTo>
                      <a:pt x="323" y="1921"/>
                      <a:pt x="312" y="1910"/>
                      <a:pt x="299" y="1910"/>
                    </a:cubicBezTo>
                    <a:cubicBezTo>
                      <a:pt x="289" y="1910"/>
                      <a:pt x="280" y="1916"/>
                      <a:pt x="276" y="1924"/>
                    </a:cubicBezTo>
                    <a:cubicBezTo>
                      <a:pt x="152" y="1924"/>
                      <a:pt x="152" y="1924"/>
                      <a:pt x="152" y="1924"/>
                    </a:cubicBezTo>
                    <a:cubicBezTo>
                      <a:pt x="152" y="1840"/>
                      <a:pt x="152" y="1840"/>
                      <a:pt x="152" y="1840"/>
                    </a:cubicBezTo>
                    <a:cubicBezTo>
                      <a:pt x="246" y="1840"/>
                      <a:pt x="246" y="1840"/>
                      <a:pt x="246" y="1840"/>
                    </a:cubicBezTo>
                    <a:cubicBezTo>
                      <a:pt x="346" y="1740"/>
                      <a:pt x="346" y="1740"/>
                      <a:pt x="346" y="1740"/>
                    </a:cubicBezTo>
                    <a:cubicBezTo>
                      <a:pt x="346" y="1497"/>
                      <a:pt x="346" y="1497"/>
                      <a:pt x="346" y="1497"/>
                    </a:cubicBezTo>
                    <a:cubicBezTo>
                      <a:pt x="354" y="1493"/>
                      <a:pt x="360" y="1485"/>
                      <a:pt x="360" y="1475"/>
                    </a:cubicBezTo>
                    <a:cubicBezTo>
                      <a:pt x="360" y="1461"/>
                      <a:pt x="349" y="1450"/>
                      <a:pt x="336" y="1450"/>
                    </a:cubicBezTo>
                    <a:cubicBezTo>
                      <a:pt x="322" y="1450"/>
                      <a:pt x="311" y="1461"/>
                      <a:pt x="311" y="1475"/>
                    </a:cubicBezTo>
                    <a:cubicBezTo>
                      <a:pt x="311" y="1485"/>
                      <a:pt x="317" y="1493"/>
                      <a:pt x="326" y="1497"/>
                    </a:cubicBezTo>
                    <a:cubicBezTo>
                      <a:pt x="326" y="1732"/>
                      <a:pt x="326" y="1732"/>
                      <a:pt x="326" y="1732"/>
                    </a:cubicBezTo>
                    <a:cubicBezTo>
                      <a:pt x="238" y="1820"/>
                      <a:pt x="238" y="1820"/>
                      <a:pt x="238" y="1820"/>
                    </a:cubicBezTo>
                    <a:cubicBezTo>
                      <a:pt x="152" y="1820"/>
                      <a:pt x="152" y="1820"/>
                      <a:pt x="152" y="1820"/>
                    </a:cubicBezTo>
                    <a:cubicBezTo>
                      <a:pt x="152" y="657"/>
                      <a:pt x="152" y="657"/>
                      <a:pt x="152" y="657"/>
                    </a:cubicBezTo>
                    <a:cubicBezTo>
                      <a:pt x="238" y="657"/>
                      <a:pt x="238" y="657"/>
                      <a:pt x="238" y="657"/>
                    </a:cubicBezTo>
                    <a:cubicBezTo>
                      <a:pt x="338" y="557"/>
                      <a:pt x="338" y="557"/>
                      <a:pt x="338" y="557"/>
                    </a:cubicBezTo>
                    <a:cubicBezTo>
                      <a:pt x="338" y="493"/>
                      <a:pt x="338" y="493"/>
                      <a:pt x="338" y="493"/>
                    </a:cubicBezTo>
                    <a:cubicBezTo>
                      <a:pt x="346" y="489"/>
                      <a:pt x="351" y="481"/>
                      <a:pt x="351" y="472"/>
                    </a:cubicBezTo>
                    <a:cubicBezTo>
                      <a:pt x="351" y="458"/>
                      <a:pt x="340" y="447"/>
                      <a:pt x="326" y="447"/>
                    </a:cubicBezTo>
                    <a:cubicBezTo>
                      <a:pt x="313" y="447"/>
                      <a:pt x="302" y="458"/>
                      <a:pt x="302" y="472"/>
                    </a:cubicBezTo>
                    <a:cubicBezTo>
                      <a:pt x="302" y="483"/>
                      <a:pt x="309" y="492"/>
                      <a:pt x="318" y="495"/>
                    </a:cubicBezTo>
                    <a:cubicBezTo>
                      <a:pt x="318" y="548"/>
                      <a:pt x="318" y="548"/>
                      <a:pt x="318" y="548"/>
                    </a:cubicBezTo>
                    <a:cubicBezTo>
                      <a:pt x="229" y="637"/>
                      <a:pt x="229" y="637"/>
                      <a:pt x="229" y="637"/>
                    </a:cubicBezTo>
                    <a:cubicBezTo>
                      <a:pt x="152" y="637"/>
                      <a:pt x="152" y="637"/>
                      <a:pt x="152" y="637"/>
                    </a:cubicBezTo>
                    <a:cubicBezTo>
                      <a:pt x="152" y="283"/>
                      <a:pt x="152" y="283"/>
                      <a:pt x="152" y="283"/>
                    </a:cubicBezTo>
                    <a:cubicBezTo>
                      <a:pt x="386" y="283"/>
                      <a:pt x="386" y="283"/>
                      <a:pt x="386" y="283"/>
                    </a:cubicBezTo>
                    <a:cubicBezTo>
                      <a:pt x="386" y="20"/>
                      <a:pt x="386" y="20"/>
                      <a:pt x="386" y="20"/>
                    </a:cubicBezTo>
                    <a:cubicBezTo>
                      <a:pt x="3528" y="20"/>
                      <a:pt x="3528" y="20"/>
                      <a:pt x="3528" y="20"/>
                    </a:cubicBezTo>
                    <a:cubicBezTo>
                      <a:pt x="3528" y="154"/>
                      <a:pt x="3528" y="154"/>
                      <a:pt x="3528" y="154"/>
                    </a:cubicBezTo>
                    <a:cubicBezTo>
                      <a:pt x="3520" y="158"/>
                      <a:pt x="3514" y="167"/>
                      <a:pt x="3514" y="177"/>
                    </a:cubicBezTo>
                    <a:cubicBezTo>
                      <a:pt x="3514" y="190"/>
                      <a:pt x="3525" y="201"/>
                      <a:pt x="3538" y="201"/>
                    </a:cubicBezTo>
                    <a:cubicBezTo>
                      <a:pt x="3552" y="201"/>
                      <a:pt x="3563" y="190"/>
                      <a:pt x="3563" y="177"/>
                    </a:cubicBezTo>
                    <a:cubicBezTo>
                      <a:pt x="3563" y="167"/>
                      <a:pt x="3557" y="158"/>
                      <a:pt x="3548" y="154"/>
                    </a:cubicBezTo>
                    <a:cubicBezTo>
                      <a:pt x="3548" y="20"/>
                      <a:pt x="3548" y="20"/>
                      <a:pt x="3548" y="20"/>
                    </a:cubicBezTo>
                    <a:cubicBezTo>
                      <a:pt x="3734" y="20"/>
                      <a:pt x="3734" y="20"/>
                      <a:pt x="3734" y="20"/>
                    </a:cubicBezTo>
                    <a:cubicBezTo>
                      <a:pt x="3734" y="146"/>
                      <a:pt x="3734" y="146"/>
                      <a:pt x="3734" y="146"/>
                    </a:cubicBezTo>
                    <a:cubicBezTo>
                      <a:pt x="3725" y="150"/>
                      <a:pt x="3719" y="159"/>
                      <a:pt x="3719" y="169"/>
                    </a:cubicBezTo>
                    <a:cubicBezTo>
                      <a:pt x="3719" y="182"/>
                      <a:pt x="3730" y="193"/>
                      <a:pt x="3744" y="193"/>
                    </a:cubicBezTo>
                    <a:cubicBezTo>
                      <a:pt x="3757" y="193"/>
                      <a:pt x="3768" y="182"/>
                      <a:pt x="3768" y="169"/>
                    </a:cubicBezTo>
                    <a:cubicBezTo>
                      <a:pt x="3768" y="159"/>
                      <a:pt x="3762" y="150"/>
                      <a:pt x="3754" y="146"/>
                    </a:cubicBezTo>
                    <a:cubicBezTo>
                      <a:pt x="3754" y="20"/>
                      <a:pt x="3754" y="20"/>
                      <a:pt x="3754" y="20"/>
                    </a:cubicBezTo>
                    <a:cubicBezTo>
                      <a:pt x="3912" y="20"/>
                      <a:pt x="3912" y="20"/>
                      <a:pt x="3912" y="20"/>
                    </a:cubicBezTo>
                    <a:cubicBezTo>
                      <a:pt x="3912" y="168"/>
                      <a:pt x="3912" y="168"/>
                      <a:pt x="3912" y="168"/>
                    </a:cubicBezTo>
                    <a:cubicBezTo>
                      <a:pt x="4047" y="286"/>
                      <a:pt x="4047" y="286"/>
                      <a:pt x="4047" y="286"/>
                    </a:cubicBezTo>
                    <a:cubicBezTo>
                      <a:pt x="5335" y="286"/>
                      <a:pt x="5335" y="286"/>
                      <a:pt x="5335" y="286"/>
                    </a:cubicBezTo>
                    <a:cubicBezTo>
                      <a:pt x="5521" y="129"/>
                      <a:pt x="5521" y="129"/>
                      <a:pt x="5521" y="129"/>
                    </a:cubicBezTo>
                    <a:cubicBezTo>
                      <a:pt x="6300" y="129"/>
                      <a:pt x="6300" y="129"/>
                      <a:pt x="6300" y="129"/>
                    </a:cubicBezTo>
                    <a:cubicBezTo>
                      <a:pt x="6300" y="109"/>
                      <a:pt x="6300" y="109"/>
                      <a:pt x="6300" y="109"/>
                    </a:cubicBezTo>
                    <a:cubicBezTo>
                      <a:pt x="5514" y="109"/>
                      <a:pt x="5514" y="109"/>
                      <a:pt x="5514" y="109"/>
                    </a:cubicBezTo>
                    <a:cubicBezTo>
                      <a:pt x="5328" y="266"/>
                      <a:pt x="5328" y="266"/>
                      <a:pt x="5328" y="266"/>
                    </a:cubicBezTo>
                    <a:cubicBezTo>
                      <a:pt x="4054" y="266"/>
                      <a:pt x="4054" y="266"/>
                      <a:pt x="4054" y="266"/>
                    </a:cubicBezTo>
                    <a:cubicBezTo>
                      <a:pt x="3932" y="159"/>
                      <a:pt x="3932" y="159"/>
                      <a:pt x="3932" y="159"/>
                    </a:cubicBezTo>
                    <a:cubicBezTo>
                      <a:pt x="3932" y="20"/>
                      <a:pt x="3932" y="20"/>
                      <a:pt x="3932" y="20"/>
                    </a:cubicBezTo>
                    <a:cubicBezTo>
                      <a:pt x="4212" y="20"/>
                      <a:pt x="4212" y="20"/>
                      <a:pt x="4212" y="20"/>
                    </a:cubicBezTo>
                    <a:cubicBezTo>
                      <a:pt x="4212" y="49"/>
                      <a:pt x="4212" y="49"/>
                      <a:pt x="4212" y="49"/>
                    </a:cubicBezTo>
                    <a:cubicBezTo>
                      <a:pt x="4247" y="84"/>
                      <a:pt x="4247" y="84"/>
                      <a:pt x="4247" y="84"/>
                    </a:cubicBezTo>
                    <a:cubicBezTo>
                      <a:pt x="4500" y="84"/>
                      <a:pt x="4500" y="84"/>
                      <a:pt x="4500" y="84"/>
                    </a:cubicBezTo>
                    <a:cubicBezTo>
                      <a:pt x="4551" y="135"/>
                      <a:pt x="4551" y="135"/>
                      <a:pt x="4551" y="135"/>
                    </a:cubicBezTo>
                    <a:cubicBezTo>
                      <a:pt x="4918" y="135"/>
                      <a:pt x="4918" y="135"/>
                      <a:pt x="4918" y="135"/>
                    </a:cubicBezTo>
                    <a:cubicBezTo>
                      <a:pt x="4922" y="143"/>
                      <a:pt x="4930" y="149"/>
                      <a:pt x="4940" y="149"/>
                    </a:cubicBezTo>
                    <a:cubicBezTo>
                      <a:pt x="4954" y="149"/>
                      <a:pt x="4965" y="138"/>
                      <a:pt x="4965" y="125"/>
                    </a:cubicBezTo>
                    <a:cubicBezTo>
                      <a:pt x="4965" y="111"/>
                      <a:pt x="4954" y="100"/>
                      <a:pt x="4940" y="100"/>
                    </a:cubicBezTo>
                    <a:cubicBezTo>
                      <a:pt x="4930" y="100"/>
                      <a:pt x="4922" y="106"/>
                      <a:pt x="4918" y="115"/>
                    </a:cubicBezTo>
                    <a:cubicBezTo>
                      <a:pt x="4559" y="115"/>
                      <a:pt x="4559" y="115"/>
                      <a:pt x="4559" y="115"/>
                    </a:cubicBezTo>
                    <a:cubicBezTo>
                      <a:pt x="4508" y="64"/>
                      <a:pt x="4508" y="64"/>
                      <a:pt x="4508" y="64"/>
                    </a:cubicBezTo>
                    <a:cubicBezTo>
                      <a:pt x="4255" y="64"/>
                      <a:pt x="4255" y="64"/>
                      <a:pt x="4255" y="64"/>
                    </a:cubicBezTo>
                    <a:cubicBezTo>
                      <a:pt x="4232" y="41"/>
                      <a:pt x="4232" y="41"/>
                      <a:pt x="4232" y="41"/>
                    </a:cubicBezTo>
                    <a:cubicBezTo>
                      <a:pt x="4232" y="20"/>
                      <a:pt x="4232" y="20"/>
                      <a:pt x="4232" y="20"/>
                    </a:cubicBezTo>
                    <a:cubicBezTo>
                      <a:pt x="6879" y="20"/>
                      <a:pt x="6879" y="20"/>
                      <a:pt x="6879" y="20"/>
                    </a:cubicBezTo>
                    <a:cubicBezTo>
                      <a:pt x="6879" y="283"/>
                      <a:pt x="6879" y="283"/>
                      <a:pt x="6879" y="283"/>
                    </a:cubicBezTo>
                    <a:cubicBezTo>
                      <a:pt x="7130" y="283"/>
                      <a:pt x="7130" y="283"/>
                      <a:pt x="7130" y="283"/>
                    </a:cubicBezTo>
                    <a:lnTo>
                      <a:pt x="7130" y="584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8" name="Google Shape;3318;p27"/>
              <p:cNvSpPr/>
              <p:nvPr/>
            </p:nvSpPr>
            <p:spPr>
              <a:xfrm>
                <a:off x="1395998" y="168249"/>
                <a:ext cx="2854316" cy="327339"/>
              </a:xfrm>
              <a:custGeom>
                <a:avLst/>
                <a:gdLst/>
                <a:ahLst/>
                <a:cxnLst/>
                <a:rect l="l" t="t" r="r" b="b"/>
                <a:pathLst>
                  <a:path w="2520" h="289" extrusionOk="0">
                    <a:moveTo>
                      <a:pt x="2499" y="155"/>
                    </a:moveTo>
                    <a:lnTo>
                      <a:pt x="2369" y="268"/>
                    </a:lnTo>
                    <a:lnTo>
                      <a:pt x="1026" y="268"/>
                    </a:lnTo>
                    <a:lnTo>
                      <a:pt x="830" y="102"/>
                    </a:lnTo>
                    <a:lnTo>
                      <a:pt x="0" y="102"/>
                    </a:lnTo>
                    <a:lnTo>
                      <a:pt x="0" y="108"/>
                    </a:lnTo>
                    <a:lnTo>
                      <a:pt x="0" y="123"/>
                    </a:lnTo>
                    <a:lnTo>
                      <a:pt x="822" y="123"/>
                    </a:lnTo>
                    <a:lnTo>
                      <a:pt x="1019" y="289"/>
                    </a:lnTo>
                    <a:lnTo>
                      <a:pt x="2378" y="289"/>
                    </a:lnTo>
                    <a:lnTo>
                      <a:pt x="2520" y="165"/>
                    </a:lnTo>
                    <a:lnTo>
                      <a:pt x="2520" y="0"/>
                    </a:lnTo>
                    <a:lnTo>
                      <a:pt x="2499" y="0"/>
                    </a:lnTo>
                    <a:lnTo>
                      <a:pt x="2499" y="155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9" name="Google Shape;3319;p27"/>
              <p:cNvSpPr/>
              <p:nvPr/>
            </p:nvSpPr>
            <p:spPr>
              <a:xfrm>
                <a:off x="1338232" y="262260"/>
                <a:ext cx="57600" cy="573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0" name="Google Shape;3320;p27"/>
              <p:cNvSpPr/>
              <p:nvPr/>
            </p:nvSpPr>
            <p:spPr>
              <a:xfrm>
                <a:off x="2991921" y="168249"/>
                <a:ext cx="900469" cy="164236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37" extrusionOk="0">
                    <a:moveTo>
                      <a:pt x="25" y="137"/>
                    </a:moveTo>
                    <a:cubicBezTo>
                      <a:pt x="35" y="137"/>
                      <a:pt x="43" y="131"/>
                      <a:pt x="47" y="123"/>
                    </a:cubicBezTo>
                    <a:cubicBezTo>
                      <a:pt x="414" y="123"/>
                      <a:pt x="414" y="123"/>
                      <a:pt x="414" y="123"/>
                    </a:cubicBezTo>
                    <a:cubicBezTo>
                      <a:pt x="465" y="72"/>
                      <a:pt x="465" y="72"/>
                      <a:pt x="465" y="72"/>
                    </a:cubicBezTo>
                    <a:cubicBezTo>
                      <a:pt x="718" y="72"/>
                      <a:pt x="718" y="72"/>
                      <a:pt x="718" y="72"/>
                    </a:cubicBezTo>
                    <a:cubicBezTo>
                      <a:pt x="753" y="37"/>
                      <a:pt x="753" y="37"/>
                      <a:pt x="753" y="37"/>
                    </a:cubicBezTo>
                    <a:cubicBezTo>
                      <a:pt x="753" y="0"/>
                      <a:pt x="753" y="0"/>
                      <a:pt x="753" y="0"/>
                    </a:cubicBezTo>
                    <a:cubicBezTo>
                      <a:pt x="733" y="0"/>
                      <a:pt x="733" y="0"/>
                      <a:pt x="733" y="0"/>
                    </a:cubicBezTo>
                    <a:cubicBezTo>
                      <a:pt x="733" y="29"/>
                      <a:pt x="733" y="29"/>
                      <a:pt x="733" y="29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457" y="52"/>
                      <a:pt x="457" y="52"/>
                      <a:pt x="457" y="52"/>
                    </a:cubicBezTo>
                    <a:cubicBezTo>
                      <a:pt x="406" y="103"/>
                      <a:pt x="406" y="103"/>
                      <a:pt x="406" y="103"/>
                    </a:cubicBezTo>
                    <a:cubicBezTo>
                      <a:pt x="47" y="103"/>
                      <a:pt x="47" y="103"/>
                      <a:pt x="47" y="103"/>
                    </a:cubicBezTo>
                    <a:cubicBezTo>
                      <a:pt x="43" y="94"/>
                      <a:pt x="35" y="88"/>
                      <a:pt x="25" y="88"/>
                    </a:cubicBezTo>
                    <a:cubicBezTo>
                      <a:pt x="11" y="88"/>
                      <a:pt x="0" y="99"/>
                      <a:pt x="0" y="113"/>
                    </a:cubicBezTo>
                    <a:cubicBezTo>
                      <a:pt x="0" y="126"/>
                      <a:pt x="11" y="137"/>
                      <a:pt x="25" y="137"/>
                    </a:cubicBez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1" name="Google Shape;3321;p27"/>
              <p:cNvSpPr/>
              <p:nvPr/>
            </p:nvSpPr>
            <p:spPr>
              <a:xfrm>
                <a:off x="2851471" y="273587"/>
                <a:ext cx="576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2" name="Google Shape;3322;p27"/>
              <p:cNvSpPr/>
              <p:nvPr/>
            </p:nvSpPr>
            <p:spPr>
              <a:xfrm>
                <a:off x="2715552" y="273587"/>
                <a:ext cx="603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3" name="Google Shape;3323;p27"/>
              <p:cNvSpPr/>
              <p:nvPr/>
            </p:nvSpPr>
            <p:spPr>
              <a:xfrm>
                <a:off x="2575101" y="273587"/>
                <a:ext cx="576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4" name="Google Shape;3324;p27"/>
              <p:cNvSpPr/>
              <p:nvPr/>
            </p:nvSpPr>
            <p:spPr>
              <a:xfrm>
                <a:off x="7752507" y="252066"/>
                <a:ext cx="591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5" name="Google Shape;3325;p27"/>
              <p:cNvSpPr/>
              <p:nvPr/>
            </p:nvSpPr>
            <p:spPr>
              <a:xfrm>
                <a:off x="6239268" y="264525"/>
                <a:ext cx="59100" cy="573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6" name="Google Shape;3326;p27"/>
              <p:cNvSpPr/>
              <p:nvPr/>
            </p:nvSpPr>
            <p:spPr>
              <a:xfrm>
                <a:off x="6372923" y="264525"/>
                <a:ext cx="59100" cy="573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7" name="Google Shape;3327;p27"/>
              <p:cNvSpPr/>
              <p:nvPr/>
            </p:nvSpPr>
            <p:spPr>
              <a:xfrm>
                <a:off x="6514506" y="264525"/>
                <a:ext cx="57600" cy="573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8" name="Google Shape;3328;p27"/>
              <p:cNvSpPr/>
              <p:nvPr/>
            </p:nvSpPr>
            <p:spPr>
              <a:xfrm>
                <a:off x="2844675" y="4833665"/>
                <a:ext cx="591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9" name="Google Shape;3329;p27"/>
              <p:cNvSpPr/>
              <p:nvPr/>
            </p:nvSpPr>
            <p:spPr>
              <a:xfrm>
                <a:off x="2707623" y="4833665"/>
                <a:ext cx="591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0" name="Google Shape;3330;p27"/>
              <p:cNvSpPr/>
              <p:nvPr/>
            </p:nvSpPr>
            <p:spPr>
              <a:xfrm>
                <a:off x="2562642" y="4833665"/>
                <a:ext cx="591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1" name="Google Shape;3331;p27"/>
              <p:cNvSpPr/>
              <p:nvPr/>
            </p:nvSpPr>
            <p:spPr>
              <a:xfrm>
                <a:off x="6243799" y="4831400"/>
                <a:ext cx="603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2" name="Google Shape;3332;p27"/>
              <p:cNvSpPr/>
              <p:nvPr/>
            </p:nvSpPr>
            <p:spPr>
              <a:xfrm>
                <a:off x="6383117" y="4831400"/>
                <a:ext cx="576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3" name="Google Shape;3333;p27"/>
              <p:cNvSpPr/>
              <p:nvPr/>
            </p:nvSpPr>
            <p:spPr>
              <a:xfrm>
                <a:off x="6526965" y="4831400"/>
                <a:ext cx="59100" cy="59100"/>
              </a:xfrm>
              <a:prstGeom prst="ellipse">
                <a:avLst/>
              </a:pr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4" name="Google Shape;3334;p27"/>
              <p:cNvSpPr/>
              <p:nvPr/>
            </p:nvSpPr>
            <p:spPr>
              <a:xfrm>
                <a:off x="441163" y="979232"/>
                <a:ext cx="171033" cy="106130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88" extrusionOk="0">
                    <a:moveTo>
                      <a:pt x="119" y="0"/>
                    </a:moveTo>
                    <a:cubicBezTo>
                      <a:pt x="109" y="0"/>
                      <a:pt x="100" y="6"/>
                      <a:pt x="96" y="15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392"/>
                      <a:pt x="0" y="392"/>
                      <a:pt x="0" y="392"/>
                    </a:cubicBezTo>
                    <a:cubicBezTo>
                      <a:pt x="114" y="506"/>
                      <a:pt x="114" y="506"/>
                      <a:pt x="114" y="506"/>
                    </a:cubicBezTo>
                    <a:cubicBezTo>
                      <a:pt x="114" y="656"/>
                      <a:pt x="114" y="656"/>
                      <a:pt x="114" y="656"/>
                    </a:cubicBezTo>
                    <a:cubicBezTo>
                      <a:pt x="59" y="710"/>
                      <a:pt x="59" y="710"/>
                      <a:pt x="59" y="710"/>
                    </a:cubicBezTo>
                    <a:cubicBezTo>
                      <a:pt x="59" y="840"/>
                      <a:pt x="59" y="840"/>
                      <a:pt x="59" y="840"/>
                    </a:cubicBezTo>
                    <a:cubicBezTo>
                      <a:pt x="49" y="843"/>
                      <a:pt x="42" y="852"/>
                      <a:pt x="42" y="863"/>
                    </a:cubicBezTo>
                    <a:cubicBezTo>
                      <a:pt x="42" y="877"/>
                      <a:pt x="53" y="888"/>
                      <a:pt x="67" y="888"/>
                    </a:cubicBezTo>
                    <a:cubicBezTo>
                      <a:pt x="80" y="888"/>
                      <a:pt x="91" y="877"/>
                      <a:pt x="91" y="863"/>
                    </a:cubicBezTo>
                    <a:cubicBezTo>
                      <a:pt x="91" y="855"/>
                      <a:pt x="86" y="847"/>
                      <a:pt x="79" y="843"/>
                    </a:cubicBezTo>
                    <a:cubicBezTo>
                      <a:pt x="79" y="718"/>
                      <a:pt x="79" y="718"/>
                      <a:pt x="79" y="718"/>
                    </a:cubicBezTo>
                    <a:cubicBezTo>
                      <a:pt x="134" y="664"/>
                      <a:pt x="134" y="664"/>
                      <a:pt x="134" y="664"/>
                    </a:cubicBezTo>
                    <a:cubicBezTo>
                      <a:pt x="134" y="498"/>
                      <a:pt x="134" y="498"/>
                      <a:pt x="134" y="498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46" y="35"/>
                      <a:pt x="46" y="35"/>
                      <a:pt x="46" y="35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100" y="43"/>
                      <a:pt x="109" y="49"/>
                      <a:pt x="119" y="49"/>
                    </a:cubicBezTo>
                    <a:cubicBezTo>
                      <a:pt x="132" y="49"/>
                      <a:pt x="143" y="38"/>
                      <a:pt x="143" y="25"/>
                    </a:cubicBezTo>
                    <a:cubicBezTo>
                      <a:pt x="143" y="11"/>
                      <a:pt x="132" y="0"/>
                      <a:pt x="119" y="0"/>
                    </a:cubicBez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5" name="Google Shape;3335;p27"/>
              <p:cNvSpPr/>
              <p:nvPr/>
            </p:nvSpPr>
            <p:spPr>
              <a:xfrm>
                <a:off x="440029" y="3101832"/>
                <a:ext cx="172165" cy="106130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888" extrusionOk="0">
                    <a:moveTo>
                      <a:pt x="119" y="839"/>
                    </a:moveTo>
                    <a:cubicBezTo>
                      <a:pt x="109" y="839"/>
                      <a:pt x="101" y="845"/>
                      <a:pt x="97" y="853"/>
                    </a:cubicBezTo>
                    <a:cubicBezTo>
                      <a:pt x="46" y="853"/>
                      <a:pt x="46" y="853"/>
                      <a:pt x="46" y="853"/>
                    </a:cubicBezTo>
                    <a:cubicBezTo>
                      <a:pt x="20" y="827"/>
                      <a:pt x="20" y="827"/>
                      <a:pt x="20" y="827"/>
                    </a:cubicBezTo>
                    <a:cubicBezTo>
                      <a:pt x="20" y="504"/>
                      <a:pt x="20" y="504"/>
                      <a:pt x="20" y="504"/>
                    </a:cubicBezTo>
                    <a:cubicBezTo>
                      <a:pt x="134" y="390"/>
                      <a:pt x="134" y="390"/>
                      <a:pt x="134" y="390"/>
                    </a:cubicBezTo>
                    <a:cubicBezTo>
                      <a:pt x="134" y="224"/>
                      <a:pt x="134" y="224"/>
                      <a:pt x="134" y="224"/>
                    </a:cubicBezTo>
                    <a:cubicBezTo>
                      <a:pt x="80" y="170"/>
                      <a:pt x="80" y="170"/>
                      <a:pt x="80" y="170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7" y="41"/>
                      <a:pt x="92" y="34"/>
                      <a:pt x="92" y="25"/>
                    </a:cubicBezTo>
                    <a:cubicBezTo>
                      <a:pt x="92" y="11"/>
                      <a:pt x="81" y="0"/>
                      <a:pt x="67" y="0"/>
                    </a:cubicBezTo>
                    <a:cubicBezTo>
                      <a:pt x="54" y="0"/>
                      <a:pt x="43" y="11"/>
                      <a:pt x="43" y="25"/>
                    </a:cubicBezTo>
                    <a:cubicBezTo>
                      <a:pt x="43" y="36"/>
                      <a:pt x="50" y="45"/>
                      <a:pt x="60" y="48"/>
                    </a:cubicBezTo>
                    <a:cubicBezTo>
                      <a:pt x="60" y="178"/>
                      <a:pt x="60" y="178"/>
                      <a:pt x="60" y="178"/>
                    </a:cubicBezTo>
                    <a:cubicBezTo>
                      <a:pt x="114" y="232"/>
                      <a:pt x="114" y="232"/>
                      <a:pt x="114" y="232"/>
                    </a:cubicBezTo>
                    <a:cubicBezTo>
                      <a:pt x="114" y="382"/>
                      <a:pt x="114" y="382"/>
                      <a:pt x="114" y="382"/>
                    </a:cubicBezTo>
                    <a:cubicBezTo>
                      <a:pt x="0" y="496"/>
                      <a:pt x="0" y="496"/>
                      <a:pt x="0" y="496"/>
                    </a:cubicBezTo>
                    <a:cubicBezTo>
                      <a:pt x="0" y="836"/>
                      <a:pt x="0" y="836"/>
                      <a:pt x="0" y="836"/>
                    </a:cubicBezTo>
                    <a:cubicBezTo>
                      <a:pt x="38" y="873"/>
                      <a:pt x="38" y="873"/>
                      <a:pt x="38" y="873"/>
                    </a:cubicBezTo>
                    <a:cubicBezTo>
                      <a:pt x="97" y="873"/>
                      <a:pt x="97" y="873"/>
                      <a:pt x="97" y="873"/>
                    </a:cubicBezTo>
                    <a:cubicBezTo>
                      <a:pt x="101" y="882"/>
                      <a:pt x="109" y="888"/>
                      <a:pt x="119" y="888"/>
                    </a:cubicBezTo>
                    <a:cubicBezTo>
                      <a:pt x="133" y="888"/>
                      <a:pt x="144" y="877"/>
                      <a:pt x="144" y="863"/>
                    </a:cubicBezTo>
                    <a:cubicBezTo>
                      <a:pt x="144" y="850"/>
                      <a:pt x="133" y="839"/>
                      <a:pt x="119" y="839"/>
                    </a:cubicBez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6" name="Google Shape;3336;p27"/>
              <p:cNvSpPr/>
              <p:nvPr/>
            </p:nvSpPr>
            <p:spPr>
              <a:xfrm>
                <a:off x="8545372" y="984895"/>
                <a:ext cx="171033" cy="1062434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88" extrusionOk="0">
                    <a:moveTo>
                      <a:pt x="25" y="49"/>
                    </a:moveTo>
                    <a:cubicBezTo>
                      <a:pt x="35" y="49"/>
                      <a:pt x="43" y="43"/>
                      <a:pt x="47" y="35"/>
                    </a:cubicBezTo>
                    <a:cubicBezTo>
                      <a:pt x="97" y="35"/>
                      <a:pt x="97" y="35"/>
                      <a:pt x="97" y="35"/>
                    </a:cubicBezTo>
                    <a:cubicBezTo>
                      <a:pt x="123" y="61"/>
                      <a:pt x="123" y="61"/>
                      <a:pt x="123" y="61"/>
                    </a:cubicBezTo>
                    <a:cubicBezTo>
                      <a:pt x="123" y="384"/>
                      <a:pt x="123" y="384"/>
                      <a:pt x="123" y="384"/>
                    </a:cubicBezTo>
                    <a:cubicBezTo>
                      <a:pt x="10" y="498"/>
                      <a:pt x="10" y="498"/>
                      <a:pt x="10" y="498"/>
                    </a:cubicBezTo>
                    <a:cubicBezTo>
                      <a:pt x="10" y="664"/>
                      <a:pt x="10" y="664"/>
                      <a:pt x="10" y="664"/>
                    </a:cubicBezTo>
                    <a:cubicBezTo>
                      <a:pt x="64" y="719"/>
                      <a:pt x="64" y="719"/>
                      <a:pt x="64" y="719"/>
                    </a:cubicBezTo>
                    <a:cubicBezTo>
                      <a:pt x="64" y="843"/>
                      <a:pt x="64" y="843"/>
                      <a:pt x="64" y="843"/>
                    </a:cubicBezTo>
                    <a:cubicBezTo>
                      <a:pt x="57" y="847"/>
                      <a:pt x="52" y="855"/>
                      <a:pt x="52" y="864"/>
                    </a:cubicBezTo>
                    <a:cubicBezTo>
                      <a:pt x="52" y="877"/>
                      <a:pt x="63" y="888"/>
                      <a:pt x="77" y="888"/>
                    </a:cubicBezTo>
                    <a:cubicBezTo>
                      <a:pt x="90" y="888"/>
                      <a:pt x="101" y="877"/>
                      <a:pt x="101" y="864"/>
                    </a:cubicBezTo>
                    <a:cubicBezTo>
                      <a:pt x="101" y="852"/>
                      <a:pt x="94" y="843"/>
                      <a:pt x="84" y="840"/>
                    </a:cubicBezTo>
                    <a:cubicBezTo>
                      <a:pt x="84" y="710"/>
                      <a:pt x="84" y="710"/>
                      <a:pt x="84" y="710"/>
                    </a:cubicBezTo>
                    <a:cubicBezTo>
                      <a:pt x="30" y="656"/>
                      <a:pt x="30" y="656"/>
                      <a:pt x="30" y="656"/>
                    </a:cubicBezTo>
                    <a:cubicBezTo>
                      <a:pt x="30" y="506"/>
                      <a:pt x="30" y="506"/>
                      <a:pt x="30" y="506"/>
                    </a:cubicBezTo>
                    <a:cubicBezTo>
                      <a:pt x="143" y="392"/>
                      <a:pt x="143" y="392"/>
                      <a:pt x="143" y="392"/>
                    </a:cubicBezTo>
                    <a:cubicBezTo>
                      <a:pt x="143" y="53"/>
                      <a:pt x="143" y="53"/>
                      <a:pt x="143" y="53"/>
                    </a:cubicBezTo>
                    <a:cubicBezTo>
                      <a:pt x="106" y="15"/>
                      <a:pt x="106" y="15"/>
                      <a:pt x="106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3" y="6"/>
                      <a:pt x="3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38"/>
                      <a:pt x="11" y="49"/>
                      <a:pt x="25" y="49"/>
                    </a:cubicBez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7" name="Google Shape;3337;p27"/>
              <p:cNvSpPr/>
              <p:nvPr/>
            </p:nvSpPr>
            <p:spPr>
              <a:xfrm>
                <a:off x="8546505" y="3107495"/>
                <a:ext cx="171033" cy="106130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88" extrusionOk="0">
                    <a:moveTo>
                      <a:pt x="29" y="382"/>
                    </a:moveTo>
                    <a:cubicBezTo>
                      <a:pt x="29" y="232"/>
                      <a:pt x="29" y="232"/>
                      <a:pt x="29" y="232"/>
                    </a:cubicBezTo>
                    <a:cubicBezTo>
                      <a:pt x="83" y="178"/>
                      <a:pt x="83" y="178"/>
                      <a:pt x="83" y="17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93" y="45"/>
                      <a:pt x="101" y="36"/>
                      <a:pt x="101" y="25"/>
                    </a:cubicBezTo>
                    <a:cubicBezTo>
                      <a:pt x="101" y="11"/>
                      <a:pt x="90" y="0"/>
                      <a:pt x="76" y="0"/>
                    </a:cubicBezTo>
                    <a:cubicBezTo>
                      <a:pt x="63" y="0"/>
                      <a:pt x="52" y="11"/>
                      <a:pt x="52" y="25"/>
                    </a:cubicBezTo>
                    <a:cubicBezTo>
                      <a:pt x="52" y="34"/>
                      <a:pt x="56" y="41"/>
                      <a:pt x="63" y="46"/>
                    </a:cubicBezTo>
                    <a:cubicBezTo>
                      <a:pt x="63" y="170"/>
                      <a:pt x="63" y="170"/>
                      <a:pt x="63" y="170"/>
                    </a:cubicBezTo>
                    <a:cubicBezTo>
                      <a:pt x="9" y="224"/>
                      <a:pt x="9" y="224"/>
                      <a:pt x="9" y="224"/>
                    </a:cubicBezTo>
                    <a:cubicBezTo>
                      <a:pt x="9" y="390"/>
                      <a:pt x="9" y="390"/>
                      <a:pt x="9" y="390"/>
                    </a:cubicBezTo>
                    <a:cubicBezTo>
                      <a:pt x="123" y="504"/>
                      <a:pt x="123" y="504"/>
                      <a:pt x="123" y="504"/>
                    </a:cubicBezTo>
                    <a:cubicBezTo>
                      <a:pt x="123" y="827"/>
                      <a:pt x="123" y="827"/>
                      <a:pt x="123" y="827"/>
                    </a:cubicBezTo>
                    <a:cubicBezTo>
                      <a:pt x="97" y="854"/>
                      <a:pt x="97" y="854"/>
                      <a:pt x="97" y="854"/>
                    </a:cubicBezTo>
                    <a:cubicBezTo>
                      <a:pt x="46" y="854"/>
                      <a:pt x="46" y="854"/>
                      <a:pt x="46" y="854"/>
                    </a:cubicBezTo>
                    <a:cubicBezTo>
                      <a:pt x="43" y="845"/>
                      <a:pt x="34" y="839"/>
                      <a:pt x="24" y="839"/>
                    </a:cubicBezTo>
                    <a:cubicBezTo>
                      <a:pt x="11" y="839"/>
                      <a:pt x="0" y="850"/>
                      <a:pt x="0" y="864"/>
                    </a:cubicBezTo>
                    <a:cubicBezTo>
                      <a:pt x="0" y="877"/>
                      <a:pt x="11" y="888"/>
                      <a:pt x="24" y="888"/>
                    </a:cubicBezTo>
                    <a:cubicBezTo>
                      <a:pt x="34" y="888"/>
                      <a:pt x="43" y="882"/>
                      <a:pt x="46" y="874"/>
                    </a:cubicBezTo>
                    <a:cubicBezTo>
                      <a:pt x="105" y="874"/>
                      <a:pt x="105" y="874"/>
                      <a:pt x="105" y="874"/>
                    </a:cubicBezTo>
                    <a:cubicBezTo>
                      <a:pt x="143" y="836"/>
                      <a:pt x="143" y="836"/>
                      <a:pt x="143" y="836"/>
                    </a:cubicBezTo>
                    <a:cubicBezTo>
                      <a:pt x="143" y="496"/>
                      <a:pt x="143" y="496"/>
                      <a:pt x="143" y="496"/>
                    </a:cubicBezTo>
                    <a:lnTo>
                      <a:pt x="29" y="382"/>
                    </a:lnTo>
                    <a:close/>
                  </a:path>
                </a:pathLst>
              </a:custGeom>
              <a:solidFill>
                <a:srgbClr val="F5FCF9">
                  <a:alpha val="360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"/>
              <a:buNone/>
              <a:defRPr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72" r:id="rId2"/>
    <p:sldLayoutId id="214748367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Real Time-Color </a:t>
            </a:r>
            <a:r>
              <a:rPr lang="en-US" sz="1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Detection using Computer </a:t>
            </a:r>
            <a:r>
              <a:rPr lang="en-US" sz="1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Vision</a:t>
            </a:r>
            <a:br>
              <a:rPr lang="en-US" sz="1600" dirty="0" smtClean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US" sz="1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/>
            </a:r>
            <a:br>
              <a:rPr lang="en-US" sz="1600" dirty="0" smtClean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US" sz="1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By </a:t>
            </a:r>
            <a:r>
              <a:rPr lang="en-US" sz="1000" dirty="0" err="1" smtClean="0">
                <a:solidFill>
                  <a:srgbClr val="FFFF00"/>
                </a:solidFill>
                <a:latin typeface="Arial Black" panose="020B0A04020102020204" pitchFamily="34" charset="0"/>
              </a:rPr>
              <a:t>Rayyan</a:t>
            </a:r>
            <a:r>
              <a:rPr lang="en-US" sz="1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Ahmed</a:t>
            </a:r>
            <a:endParaRPr sz="1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52960" y="1494710"/>
            <a:ext cx="310914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FFFF00"/>
                </a:solidFill>
              </a:rPr>
              <a:t>Tools &amp; Libraries </a:t>
            </a:r>
            <a:r>
              <a:rPr lang="en-US" sz="700" b="1" dirty="0" smtClean="0">
                <a:solidFill>
                  <a:srgbClr val="FFFF00"/>
                </a:solidFill>
              </a:rPr>
              <a:t>Used</a:t>
            </a:r>
          </a:p>
          <a:p>
            <a:endParaRPr lang="en-US" sz="700" dirty="0">
              <a:solidFill>
                <a:srgbClr val="FFFF00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>
                <a:solidFill>
                  <a:schemeClr val="accent6"/>
                </a:solidFill>
              </a:rPr>
              <a:t>Python &amp; Core Libraries:</a:t>
            </a:r>
            <a:r>
              <a:rPr lang="en-US" sz="600" dirty="0">
                <a:solidFill>
                  <a:schemeClr val="accent6"/>
                </a:solidFill>
              </a:rPr>
              <a:t> </a:t>
            </a:r>
            <a:r>
              <a:rPr lang="en-US" sz="600" dirty="0" err="1" smtClean="0">
                <a:solidFill>
                  <a:schemeClr val="accent6"/>
                </a:solidFill>
              </a:rPr>
              <a:t>Numpy</a:t>
            </a:r>
            <a:r>
              <a:rPr lang="en-US" sz="600" dirty="0">
                <a:solidFill>
                  <a:schemeClr val="accent6"/>
                </a:solidFill>
              </a:rPr>
              <a:t>, Pandas, Pillow, </a:t>
            </a:r>
            <a:r>
              <a:rPr lang="en-US" sz="600" dirty="0" err="1">
                <a:solidFill>
                  <a:schemeClr val="accent6"/>
                </a:solidFill>
              </a:rPr>
              <a:t>Matplotlib</a:t>
            </a:r>
            <a:r>
              <a:rPr lang="en-US" sz="600" dirty="0">
                <a:solidFill>
                  <a:schemeClr val="accent6"/>
                </a:solidFill>
              </a:rPr>
              <a:t>, </a:t>
            </a:r>
            <a:r>
              <a:rPr lang="en-US" sz="600" dirty="0" err="1">
                <a:solidFill>
                  <a:schemeClr val="accent6"/>
                </a:solidFill>
              </a:rPr>
              <a:t>Seaborn</a:t>
            </a:r>
            <a:r>
              <a:rPr lang="en-US" sz="600" dirty="0">
                <a:solidFill>
                  <a:schemeClr val="accent6"/>
                </a:solidFill>
              </a:rPr>
              <a:t> – for numerical computations, data manipulation, and </a:t>
            </a:r>
            <a:r>
              <a:rPr lang="en-US" sz="600" dirty="0" smtClean="0">
                <a:solidFill>
                  <a:schemeClr val="accent6"/>
                </a:solidFill>
              </a:rPr>
              <a:t>visualization</a:t>
            </a: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US" sz="600" dirty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>
                <a:solidFill>
                  <a:schemeClr val="accent6"/>
                </a:solidFill>
              </a:rPr>
              <a:t>Computer Vision &amp; Image Processing:</a:t>
            </a:r>
            <a:r>
              <a:rPr lang="en-US" sz="600" dirty="0">
                <a:solidFill>
                  <a:schemeClr val="accent6"/>
                </a:solidFill>
              </a:rPr>
              <a:t> </a:t>
            </a:r>
            <a:r>
              <a:rPr lang="en-US" sz="600" dirty="0" err="1">
                <a:solidFill>
                  <a:schemeClr val="accent6"/>
                </a:solidFill>
              </a:rPr>
              <a:t>OpenCV</a:t>
            </a:r>
            <a:r>
              <a:rPr lang="en-US" sz="600" dirty="0">
                <a:solidFill>
                  <a:schemeClr val="accent6"/>
                </a:solidFill>
              </a:rPr>
              <a:t> – real-time video capture, color detection, mask generation, and contour detection</a:t>
            </a: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US" sz="600" b="1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Machine </a:t>
            </a:r>
            <a:r>
              <a:rPr lang="en-US" sz="600" b="1" dirty="0">
                <a:solidFill>
                  <a:schemeClr val="accent6"/>
                </a:solidFill>
              </a:rPr>
              <a:t>Learning &amp; Deep Learning:</a:t>
            </a:r>
            <a:r>
              <a:rPr lang="en-US" sz="600" dirty="0">
                <a:solidFill>
                  <a:schemeClr val="accent6"/>
                </a:solidFill>
              </a:rPr>
              <a:t> </a:t>
            </a:r>
            <a:r>
              <a:rPr lang="en-US" sz="600" dirty="0" err="1">
                <a:solidFill>
                  <a:schemeClr val="accent6"/>
                </a:solidFill>
              </a:rPr>
              <a:t>TensorFlow</a:t>
            </a:r>
            <a:r>
              <a:rPr lang="en-US" sz="600" dirty="0">
                <a:solidFill>
                  <a:schemeClr val="accent6"/>
                </a:solidFill>
              </a:rPr>
              <a:t> &amp; </a:t>
            </a:r>
            <a:r>
              <a:rPr lang="en-US" sz="600" dirty="0" err="1">
                <a:solidFill>
                  <a:schemeClr val="accent6"/>
                </a:solidFill>
              </a:rPr>
              <a:t>Keras</a:t>
            </a:r>
            <a:r>
              <a:rPr lang="en-US" sz="600" dirty="0">
                <a:solidFill>
                  <a:schemeClr val="accent6"/>
                </a:solidFill>
              </a:rPr>
              <a:t> – for advanced AI capabilities, model development, and potential future enhancements</a:t>
            </a: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US" sz="600" b="1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Web </a:t>
            </a:r>
            <a:r>
              <a:rPr lang="en-US" sz="600" b="1" dirty="0">
                <a:solidFill>
                  <a:schemeClr val="accent6"/>
                </a:solidFill>
              </a:rPr>
              <a:t>App &amp; UI:</a:t>
            </a:r>
            <a:r>
              <a:rPr lang="en-US" sz="600" dirty="0">
                <a:solidFill>
                  <a:schemeClr val="accent6"/>
                </a:solidFill>
              </a:rPr>
              <a:t> </a:t>
            </a:r>
            <a:r>
              <a:rPr lang="en-US" sz="600" dirty="0" err="1">
                <a:solidFill>
                  <a:schemeClr val="accent6"/>
                </a:solidFill>
              </a:rPr>
              <a:t>Streamlit</a:t>
            </a:r>
            <a:r>
              <a:rPr lang="en-US" sz="600" dirty="0">
                <a:solidFill>
                  <a:schemeClr val="accent6"/>
                </a:solidFill>
              </a:rPr>
              <a:t> – interactive, real-time interface for selecting colors, displaying video streams, and showing processed masks</a:t>
            </a: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US" sz="600" b="1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Data </a:t>
            </a:r>
            <a:r>
              <a:rPr lang="en-US" sz="600" b="1" dirty="0">
                <a:solidFill>
                  <a:schemeClr val="accent6"/>
                </a:solidFill>
              </a:rPr>
              <a:t>Storage &amp; Serialization:</a:t>
            </a:r>
            <a:r>
              <a:rPr lang="en-US" sz="600" dirty="0">
                <a:solidFill>
                  <a:schemeClr val="accent6"/>
                </a:solidFill>
              </a:rPr>
              <a:t> Pickle, CSV, </a:t>
            </a:r>
            <a:r>
              <a:rPr lang="en-US" sz="600" dirty="0" err="1">
                <a:solidFill>
                  <a:schemeClr val="accent6"/>
                </a:solidFill>
              </a:rPr>
              <a:t>JSON</a:t>
            </a:r>
            <a:r>
              <a:rPr lang="en-US" sz="600" dirty="0">
                <a:solidFill>
                  <a:schemeClr val="accent6"/>
                </a:solidFill>
              </a:rPr>
              <a:t> – efficient storage and retrieval of configurations, masks, and results</a:t>
            </a: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US" sz="600" b="1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Version </a:t>
            </a:r>
            <a:r>
              <a:rPr lang="en-US" sz="600" b="1" dirty="0">
                <a:solidFill>
                  <a:schemeClr val="accent6"/>
                </a:solidFill>
              </a:rPr>
              <a:t>Control &amp; Deployment:</a:t>
            </a:r>
            <a:r>
              <a:rPr lang="en-US" sz="600" dirty="0">
                <a:solidFill>
                  <a:schemeClr val="accent6"/>
                </a:solidFill>
              </a:rPr>
              <a:t> </a:t>
            </a:r>
            <a:r>
              <a:rPr lang="en-US" sz="600" dirty="0" err="1">
                <a:solidFill>
                  <a:schemeClr val="accent6"/>
                </a:solidFill>
              </a:rPr>
              <a:t>Git</a:t>
            </a:r>
            <a:r>
              <a:rPr lang="en-US" sz="600" dirty="0">
                <a:solidFill>
                  <a:schemeClr val="accent6"/>
                </a:solidFill>
              </a:rPr>
              <a:t> &amp; </a:t>
            </a:r>
            <a:r>
              <a:rPr lang="en-US" sz="600" dirty="0" err="1">
                <a:solidFill>
                  <a:schemeClr val="accent6"/>
                </a:solidFill>
              </a:rPr>
              <a:t>Streamlit</a:t>
            </a:r>
            <a:r>
              <a:rPr lang="en-US" sz="600" dirty="0">
                <a:solidFill>
                  <a:schemeClr val="accent6"/>
                </a:solidFill>
              </a:rPr>
              <a:t> Cloud – robust source code management and seamless deployment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1420" y="2767629"/>
            <a:ext cx="47777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smtClean="0">
                <a:solidFill>
                  <a:srgbClr val="FFFF00"/>
                </a:solidFill>
              </a:rPr>
              <a:t>Real-World Applications</a:t>
            </a:r>
          </a:p>
          <a:p>
            <a:endParaRPr lang="en-US" sz="600" dirty="0" smtClean="0">
              <a:solidFill>
                <a:srgbClr val="FFFF00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Robotics &amp; Automation:</a:t>
            </a:r>
            <a:r>
              <a:rPr lang="en-US" sz="600" dirty="0" smtClean="0">
                <a:solidFill>
                  <a:schemeClr val="accent6"/>
                </a:solidFill>
              </a:rPr>
              <a:t> Autonomous robots, industrial sorting, drones for object tracking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Augmented &amp; Virtual Reality (AR/VR):</a:t>
            </a:r>
            <a:r>
              <a:rPr lang="en-US" sz="600" dirty="0" smtClean="0">
                <a:solidFill>
                  <a:schemeClr val="accent6"/>
                </a:solidFill>
              </a:rPr>
              <a:t> Dynamic AR filters, VR motion tracking with color markers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Healthcare &amp; Medical Imaging:</a:t>
            </a:r>
            <a:r>
              <a:rPr lang="en-US" sz="600" dirty="0" smtClean="0">
                <a:solidFill>
                  <a:schemeClr val="accent6"/>
                </a:solidFill>
              </a:rPr>
              <a:t> Surgical assistance, patient monitoring, lab automation for  stained samples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Smart Transportation &amp; Traffic Systems:</a:t>
            </a:r>
            <a:r>
              <a:rPr lang="en-US" sz="600" dirty="0" smtClean="0">
                <a:solidFill>
                  <a:schemeClr val="accent6"/>
                </a:solidFill>
              </a:rPr>
              <a:t> Traffic signal detection, autonomous vehicles, vehicle  tracking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Industrial Quality Control:</a:t>
            </a:r>
            <a:r>
              <a:rPr lang="en-US" sz="600" dirty="0" smtClean="0">
                <a:solidFill>
                  <a:schemeClr val="accent6"/>
                </a:solidFill>
              </a:rPr>
              <a:t> Defect detection, packaging verification, color-based product  inspection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Security &amp; Surveillance:</a:t>
            </a:r>
            <a:r>
              <a:rPr lang="en-US" sz="600" dirty="0" smtClean="0">
                <a:solidFill>
                  <a:schemeClr val="accent6"/>
                </a:solidFill>
              </a:rPr>
              <a:t> Intruder detection, crowd analysis, camera-triggered alerts for specific colors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Sports &amp; Motion Analysis:</a:t>
            </a:r>
            <a:r>
              <a:rPr lang="en-US" sz="600" dirty="0" smtClean="0">
                <a:solidFill>
                  <a:schemeClr val="accent6"/>
                </a:solidFill>
              </a:rPr>
              <a:t> Player tracking, ball/object tracking, automated performance  analytics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AI-Enhanced Retail &amp; Marketing:</a:t>
            </a:r>
            <a:r>
              <a:rPr lang="en-US" sz="600" dirty="0" smtClean="0">
                <a:solidFill>
                  <a:schemeClr val="accent6"/>
                </a:solidFill>
              </a:rPr>
              <a:t> Customer behavior analysis, interactive displays, product recognition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Environmental Monitoring:</a:t>
            </a:r>
            <a:r>
              <a:rPr lang="en-US" sz="600" dirty="0" smtClean="0">
                <a:solidFill>
                  <a:schemeClr val="accent6"/>
                </a:solidFill>
              </a:rPr>
              <a:t> Pollution detection, agriculture &amp; farming, forestry &amp; wildlife tracking</a:t>
            </a:r>
          </a:p>
          <a:p>
            <a:pPr>
              <a:buClr>
                <a:srgbClr val="FFFF00"/>
              </a:buClr>
            </a:pPr>
            <a:endParaRPr lang="en-US" sz="600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Advanced Human-Computer Interaction (</a:t>
            </a:r>
            <a:r>
              <a:rPr lang="en-US" sz="600" b="1" dirty="0" err="1" smtClean="0">
                <a:solidFill>
                  <a:schemeClr val="accent6"/>
                </a:solidFill>
              </a:rPr>
              <a:t>HCI</a:t>
            </a:r>
            <a:r>
              <a:rPr lang="en-US" sz="600" b="1" dirty="0" smtClean="0">
                <a:solidFill>
                  <a:schemeClr val="accent6"/>
                </a:solidFill>
              </a:rPr>
              <a:t>):</a:t>
            </a:r>
            <a:r>
              <a:rPr lang="en-US" sz="600" dirty="0" smtClean="0">
                <a:solidFill>
                  <a:schemeClr val="accent6"/>
                </a:solidFill>
              </a:rPr>
              <a:t> Gesture recognition, assistive tech for color-blind users, emotion recognition</a:t>
            </a:r>
          </a:p>
          <a:p>
            <a:endParaRPr lang="en-US" sz="600" dirty="0">
              <a:solidFill>
                <a:schemeClr val="accent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1420" y="1513136"/>
            <a:ext cx="246888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FFFF00"/>
                </a:solidFill>
              </a:rPr>
              <a:t>Project Intro</a:t>
            </a:r>
            <a:r>
              <a:rPr lang="en-US" sz="700" b="1" dirty="0" smtClean="0">
                <a:solidFill>
                  <a:srgbClr val="FFFF00"/>
                </a:solidFill>
              </a:rPr>
              <a:t>:</a:t>
            </a:r>
          </a:p>
          <a:p>
            <a:r>
              <a:rPr lang="en-US" sz="600" dirty="0">
                <a:solidFill>
                  <a:schemeClr val="accent6"/>
                </a:solidFill>
              </a:rPr>
              <a:t/>
            </a:r>
            <a:br>
              <a:rPr lang="en-US" sz="600" dirty="0">
                <a:solidFill>
                  <a:schemeClr val="accent6"/>
                </a:solidFill>
              </a:rPr>
            </a:br>
            <a:r>
              <a:rPr lang="en-US" sz="600" dirty="0">
                <a:solidFill>
                  <a:schemeClr val="accent6"/>
                </a:solidFill>
              </a:rPr>
              <a:t>This Real-Time Color Detection Web App leverages advanced computer vision techniques to detect and track selected colors from a live webcam feed. Using </a:t>
            </a:r>
            <a:r>
              <a:rPr lang="en-US" sz="600" dirty="0" err="1">
                <a:solidFill>
                  <a:schemeClr val="accent6"/>
                </a:solidFill>
              </a:rPr>
              <a:t>OpenCV</a:t>
            </a:r>
            <a:r>
              <a:rPr lang="en-US" sz="600" dirty="0">
                <a:solidFill>
                  <a:schemeClr val="accent6"/>
                </a:solidFill>
              </a:rPr>
              <a:t> for image processing and </a:t>
            </a:r>
            <a:r>
              <a:rPr lang="en-US" sz="600" dirty="0" err="1">
                <a:solidFill>
                  <a:schemeClr val="accent6"/>
                </a:solidFill>
              </a:rPr>
              <a:t>TensorFlow</a:t>
            </a:r>
            <a:r>
              <a:rPr lang="en-US" sz="600" dirty="0">
                <a:solidFill>
                  <a:schemeClr val="accent6"/>
                </a:solidFill>
              </a:rPr>
              <a:t>/</a:t>
            </a:r>
            <a:r>
              <a:rPr lang="en-US" sz="600" dirty="0" err="1">
                <a:solidFill>
                  <a:schemeClr val="accent6"/>
                </a:solidFill>
              </a:rPr>
              <a:t>Keras</a:t>
            </a:r>
            <a:r>
              <a:rPr lang="en-US" sz="600" dirty="0">
                <a:solidFill>
                  <a:schemeClr val="accent6"/>
                </a:solidFill>
              </a:rPr>
              <a:t> for potential AI enhancements, it highlights detected objects with bounding boxes and displays real-time masks. The interactive </a:t>
            </a:r>
            <a:r>
              <a:rPr lang="en-US" sz="600" dirty="0" err="1">
                <a:solidFill>
                  <a:schemeClr val="accent6"/>
                </a:solidFill>
              </a:rPr>
              <a:t>Streamlit</a:t>
            </a:r>
            <a:r>
              <a:rPr lang="en-US" sz="600" dirty="0">
                <a:solidFill>
                  <a:schemeClr val="accent6"/>
                </a:solidFill>
              </a:rPr>
              <a:t> interface allows users to visualize and monitor performance efficiently. This project demonstrates practical applications of AI, computer vision, and real-time video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75820" y="3451860"/>
            <a:ext cx="252612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smtClean="0">
                <a:solidFill>
                  <a:srgbClr val="FFFF00"/>
                </a:solidFill>
              </a:rPr>
              <a:t>Future Market</a:t>
            </a:r>
          </a:p>
          <a:p>
            <a:endParaRPr lang="en-US" sz="700" b="1" dirty="0">
              <a:solidFill>
                <a:srgbClr val="FFFF00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b="1" dirty="0" smtClean="0">
                <a:solidFill>
                  <a:schemeClr val="accent6"/>
                </a:solidFill>
              </a:rPr>
              <a:t>This single topic of color </a:t>
            </a:r>
            <a:r>
              <a:rPr lang="en-US" sz="600" b="1" dirty="0">
                <a:solidFill>
                  <a:schemeClr val="accent6"/>
                </a:solidFill>
              </a:rPr>
              <a:t>detection sensors market is projected to grow from USD 1.8 billion in 2025 to USD 3.1 billion by 2035, at a </a:t>
            </a:r>
            <a:r>
              <a:rPr lang="en-US" sz="600" b="1" dirty="0" err="1">
                <a:solidFill>
                  <a:schemeClr val="accent6"/>
                </a:solidFill>
              </a:rPr>
              <a:t>CAGR</a:t>
            </a:r>
            <a:r>
              <a:rPr lang="en-US" sz="600" b="1" dirty="0">
                <a:solidFill>
                  <a:schemeClr val="accent6"/>
                </a:solidFill>
              </a:rPr>
              <a:t> of 5.6%. </a:t>
            </a:r>
            <a:endParaRPr lang="en-US" sz="600" b="1" dirty="0" smtClean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US" sz="600" b="1" dirty="0">
              <a:solidFill>
                <a:schemeClr val="accent6"/>
              </a:solidFill>
            </a:endParaRPr>
          </a:p>
          <a:p>
            <a:pPr marL="171450" indent="-171450"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sz="600" dirty="0">
                <a:solidFill>
                  <a:schemeClr val="accent6"/>
                </a:solidFill>
              </a:rPr>
              <a:t>The future market for color detection in computer vision is poised for significant growth, driven by its essential role in a wide range of applications like manufacturing, healthcare, agriculture, and retail. As a core component of many vision systems, color detection is becoming more sophisticated through AI and deep learning, leading to more accurate and adaptable systems for quality control, diagnostics, and analysis. </a:t>
            </a:r>
            <a:endParaRPr lang="en-US" sz="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733954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Aesthetic School Center by Slidesgo">
  <a:themeElements>
    <a:clrScheme name="Simple Light">
      <a:dk1>
        <a:srgbClr val="F5FCF9"/>
      </a:dk1>
      <a:lt1>
        <a:srgbClr val="0D363F"/>
      </a:lt1>
      <a:dk2>
        <a:srgbClr val="D0E0E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5FCF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336</Words>
  <Application>Microsoft Office PowerPoint</Application>
  <PresentationFormat>On-screen Show (16:9)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Roboto</vt:lpstr>
      <vt:lpstr>Calibri</vt:lpstr>
      <vt:lpstr>Arial Black</vt:lpstr>
      <vt:lpstr>Arial</vt:lpstr>
      <vt:lpstr>Wingdings</vt:lpstr>
      <vt:lpstr>Lato</vt:lpstr>
      <vt:lpstr>Futuristic Aesthetic School Center by Slidesgo</vt:lpstr>
      <vt:lpstr>Real Time-Color Detection using Computer Vision   By Rayyan Ahmed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FYP – 2025  Title: Plotease – Future of Plotting Automation</dc:title>
  <dc:creator>HP</dc:creator>
  <cp:lastModifiedBy>HP</cp:lastModifiedBy>
  <cp:revision>18</cp:revision>
  <dcterms:modified xsi:type="dcterms:W3CDTF">2025-10-21T15:33:51Z</dcterms:modified>
</cp:coreProperties>
</file>